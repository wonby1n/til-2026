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8"/>
  </p:notesMasterIdLst>
  <p:sldIdLst>
    <p:sldId id="358" r:id="rId2"/>
    <p:sldId id="359" r:id="rId3"/>
    <p:sldId id="367" r:id="rId4"/>
    <p:sldId id="368" r:id="rId5"/>
    <p:sldId id="369" r:id="rId6"/>
    <p:sldId id="37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pos="211" userDrawn="1">
          <p15:clr>
            <a:srgbClr val="A4A3A4"/>
          </p15:clr>
        </p15:guide>
        <p15:guide id="6" orient="horz" pos="4020" userDrawn="1">
          <p15:clr>
            <a:srgbClr val="A4A3A4"/>
          </p15:clr>
        </p15:guide>
        <p15:guide id="9" pos="73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3CE"/>
    <a:srgbClr val="FFFFCC"/>
    <a:srgbClr val="63B984"/>
    <a:srgbClr val="41915F"/>
    <a:srgbClr val="8ECCA6"/>
    <a:srgbClr val="60D690"/>
    <a:srgbClr val="27BB63"/>
    <a:srgbClr val="24AE5C"/>
    <a:srgbClr val="8FE2B0"/>
    <a:srgbClr val="3FC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2" autoAdjust="0"/>
    <p:restoredTop sz="96426" autoAdjust="0"/>
  </p:normalViewPr>
  <p:slideViewPr>
    <p:cSldViewPr snapToGrid="0" showGuides="1">
      <p:cViewPr varScale="1">
        <p:scale>
          <a:sx n="86" d="100"/>
          <a:sy n="86" d="100"/>
        </p:scale>
        <p:origin x="282" y="45"/>
      </p:cViewPr>
      <p:guideLst>
        <p:guide orient="horz" pos="754"/>
        <p:guide pos="325"/>
        <p:guide pos="3840"/>
        <p:guide pos="7469"/>
        <p:guide pos="211"/>
        <p:guide orient="horz" pos="4020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08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AEEDD-4ABF-4307-A208-F75625B4F154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CB76D-8964-4DE6-8474-615AE03092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76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054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020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854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54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336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사용자 지정 레이아웃" preserve="1">
  <p:cSld name="표지">
    <p:bg>
      <p:bgPr>
        <a:solidFill>
          <a:srgbClr val="8ECCA6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그래픽 84">
            <a:extLst>
              <a:ext uri="{FF2B5EF4-FFF2-40B4-BE49-F238E27FC236}">
                <a16:creationId xmlns:a16="http://schemas.microsoft.com/office/drawing/2014/main" id="{D7094465-A8FD-93AF-6087-1CC415594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9748" y="298378"/>
            <a:ext cx="1349285" cy="33219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709D7FB8-06EB-A362-C411-2C348B6A9D30}"/>
              </a:ext>
            </a:extLst>
          </p:cNvPr>
          <p:cNvGrpSpPr/>
          <p:nvPr userDrawn="1"/>
        </p:nvGrpSpPr>
        <p:grpSpPr>
          <a:xfrm>
            <a:off x="4846378" y="4221380"/>
            <a:ext cx="2499244" cy="2636620"/>
            <a:chOff x="8883015" y="374724"/>
            <a:chExt cx="2259996" cy="2384223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2B155A86-A809-F85B-8F4D-D9E098C403E8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C2D44F23-FDCB-A9DA-C5D0-5F15DD9D1267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03B8B0FA-FB3B-EF11-3342-8317EBF30121}"/>
              </a:ext>
            </a:extLst>
          </p:cNvPr>
          <p:cNvSpPr/>
          <p:nvPr userDrawn="1"/>
        </p:nvSpPr>
        <p:spPr>
          <a:xfrm rot="10800000">
            <a:off x="1615312" y="4442460"/>
            <a:ext cx="1194394" cy="635916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A65E7EE-3FF7-C6EC-B334-7E365EC58FAB}"/>
              </a:ext>
            </a:extLst>
          </p:cNvPr>
          <p:cNvGrpSpPr/>
          <p:nvPr userDrawn="1"/>
        </p:nvGrpSpPr>
        <p:grpSpPr>
          <a:xfrm>
            <a:off x="3372559" y="5574126"/>
            <a:ext cx="1083937" cy="1283874"/>
            <a:chOff x="7578193" y="1528742"/>
            <a:chExt cx="1083937" cy="1283874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B6BFBDDD-B585-9E0D-49FD-D5AB7A5DDC0D}"/>
                </a:ext>
              </a:extLst>
            </p:cNvPr>
            <p:cNvSpPr/>
            <p:nvPr/>
          </p:nvSpPr>
          <p:spPr>
            <a:xfrm>
              <a:off x="7578193" y="1528742"/>
              <a:ext cx="769984" cy="1283588"/>
            </a:xfrm>
            <a:custGeom>
              <a:avLst/>
              <a:gdLst>
                <a:gd name="connsiteX0" fmla="*/ 763611 w 769984"/>
                <a:gd name="connsiteY0" fmla="*/ 683609 h 1283588"/>
                <a:gd name="connsiteX1" fmla="*/ 734369 w 769984"/>
                <a:gd name="connsiteY1" fmla="*/ 625221 h 1283588"/>
                <a:gd name="connsiteX2" fmla="*/ 713700 w 769984"/>
                <a:gd name="connsiteY2" fmla="*/ 588645 h 1283588"/>
                <a:gd name="connsiteX3" fmla="*/ 705604 w 769984"/>
                <a:gd name="connsiteY3" fmla="*/ 496919 h 1283588"/>
                <a:gd name="connsiteX4" fmla="*/ 707128 w 769984"/>
                <a:gd name="connsiteY4" fmla="*/ 463010 h 1283588"/>
                <a:gd name="connsiteX5" fmla="*/ 662360 w 769984"/>
                <a:gd name="connsiteY5" fmla="*/ 320897 h 1283588"/>
                <a:gd name="connsiteX6" fmla="*/ 619212 w 769984"/>
                <a:gd name="connsiteY6" fmla="*/ 282512 h 1283588"/>
                <a:gd name="connsiteX7" fmla="*/ 567491 w 769984"/>
                <a:gd name="connsiteY7" fmla="*/ 228695 h 1283588"/>
                <a:gd name="connsiteX8" fmla="*/ 554633 w 769984"/>
                <a:gd name="connsiteY8" fmla="*/ 165926 h 1283588"/>
                <a:gd name="connsiteX9" fmla="*/ 545012 w 769984"/>
                <a:gd name="connsiteY9" fmla="*/ 107633 h 1283588"/>
                <a:gd name="connsiteX10" fmla="*/ 384897 w 769984"/>
                <a:gd name="connsiteY10" fmla="*/ 0 h 1283588"/>
                <a:gd name="connsiteX11" fmla="*/ 224877 w 769984"/>
                <a:gd name="connsiteY11" fmla="*/ 107537 h 1283588"/>
                <a:gd name="connsiteX12" fmla="*/ 215257 w 769984"/>
                <a:gd name="connsiteY12" fmla="*/ 165830 h 1283588"/>
                <a:gd name="connsiteX13" fmla="*/ 202398 w 769984"/>
                <a:gd name="connsiteY13" fmla="*/ 228600 h 1283588"/>
                <a:gd name="connsiteX14" fmla="*/ 150677 w 769984"/>
                <a:gd name="connsiteY14" fmla="*/ 282416 h 1283588"/>
                <a:gd name="connsiteX15" fmla="*/ 107529 w 769984"/>
                <a:gd name="connsiteY15" fmla="*/ 320802 h 1283588"/>
                <a:gd name="connsiteX16" fmla="*/ 62761 w 769984"/>
                <a:gd name="connsiteY16" fmla="*/ 462915 h 1283588"/>
                <a:gd name="connsiteX17" fmla="*/ 64285 w 769984"/>
                <a:gd name="connsiteY17" fmla="*/ 496824 h 1283588"/>
                <a:gd name="connsiteX18" fmla="*/ 56189 w 769984"/>
                <a:gd name="connsiteY18" fmla="*/ 588550 h 1283588"/>
                <a:gd name="connsiteX19" fmla="*/ 35520 w 769984"/>
                <a:gd name="connsiteY19" fmla="*/ 625126 h 1283588"/>
                <a:gd name="connsiteX20" fmla="*/ 6278 w 769984"/>
                <a:gd name="connsiteY20" fmla="*/ 683514 h 1283588"/>
                <a:gd name="connsiteX21" fmla="*/ 11231 w 769984"/>
                <a:gd name="connsiteY21" fmla="*/ 796100 h 1283588"/>
                <a:gd name="connsiteX22" fmla="*/ 132103 w 769984"/>
                <a:gd name="connsiteY22" fmla="*/ 942118 h 1283588"/>
                <a:gd name="connsiteX23" fmla="*/ 341558 w 769984"/>
                <a:gd name="connsiteY23" fmla="*/ 973074 h 1283588"/>
                <a:gd name="connsiteX24" fmla="*/ 370705 w 769984"/>
                <a:gd name="connsiteY24" fmla="*/ 972788 h 1283588"/>
                <a:gd name="connsiteX25" fmla="*/ 370705 w 769984"/>
                <a:gd name="connsiteY25" fmla="*/ 1283589 h 1283588"/>
                <a:gd name="connsiteX26" fmla="*/ 399280 w 769984"/>
                <a:gd name="connsiteY26" fmla="*/ 1283589 h 1283588"/>
                <a:gd name="connsiteX27" fmla="*/ 399280 w 769984"/>
                <a:gd name="connsiteY27" fmla="*/ 972788 h 1283588"/>
                <a:gd name="connsiteX28" fmla="*/ 428426 w 769984"/>
                <a:gd name="connsiteY28" fmla="*/ 973074 h 1283588"/>
                <a:gd name="connsiteX29" fmla="*/ 472241 w 769984"/>
                <a:gd name="connsiteY29" fmla="*/ 973646 h 1283588"/>
                <a:gd name="connsiteX30" fmla="*/ 637881 w 769984"/>
                <a:gd name="connsiteY30" fmla="*/ 942118 h 1283588"/>
                <a:gd name="connsiteX31" fmla="*/ 758753 w 769984"/>
                <a:gd name="connsiteY31" fmla="*/ 796100 h 1283588"/>
                <a:gd name="connsiteX32" fmla="*/ 763706 w 769984"/>
                <a:gd name="connsiteY32" fmla="*/ 683514 h 1283588"/>
                <a:gd name="connsiteX33" fmla="*/ 731607 w 769984"/>
                <a:gd name="connsiteY33" fmla="*/ 786956 h 1283588"/>
                <a:gd name="connsiteX34" fmla="*/ 623689 w 769984"/>
                <a:gd name="connsiteY34" fmla="*/ 917448 h 1283588"/>
                <a:gd name="connsiteX35" fmla="*/ 428807 w 769984"/>
                <a:gd name="connsiteY35" fmla="*/ 944690 h 1283588"/>
                <a:gd name="connsiteX36" fmla="*/ 399184 w 769984"/>
                <a:gd name="connsiteY36" fmla="*/ 944309 h 1283588"/>
                <a:gd name="connsiteX37" fmla="*/ 399184 w 769984"/>
                <a:gd name="connsiteY37" fmla="*/ 836581 h 1283588"/>
                <a:gd name="connsiteX38" fmla="*/ 399184 w 769984"/>
                <a:gd name="connsiteY38" fmla="*/ 836581 h 1283588"/>
                <a:gd name="connsiteX39" fmla="*/ 399184 w 769984"/>
                <a:gd name="connsiteY39" fmla="*/ 732473 h 1283588"/>
                <a:gd name="connsiteX40" fmla="*/ 558824 w 769984"/>
                <a:gd name="connsiteY40" fmla="*/ 572834 h 1283588"/>
                <a:gd name="connsiteX41" fmla="*/ 558824 w 769984"/>
                <a:gd name="connsiteY41" fmla="*/ 552641 h 1283588"/>
                <a:gd name="connsiteX42" fmla="*/ 538631 w 769984"/>
                <a:gd name="connsiteY42" fmla="*/ 552641 h 1283588"/>
                <a:gd name="connsiteX43" fmla="*/ 399184 w 769984"/>
                <a:gd name="connsiteY43" fmla="*/ 692087 h 1283588"/>
                <a:gd name="connsiteX44" fmla="*/ 399184 w 769984"/>
                <a:gd name="connsiteY44" fmla="*/ 588550 h 1283588"/>
                <a:gd name="connsiteX45" fmla="*/ 399184 w 769984"/>
                <a:gd name="connsiteY45" fmla="*/ 588550 h 1283588"/>
                <a:gd name="connsiteX46" fmla="*/ 399184 w 769984"/>
                <a:gd name="connsiteY46" fmla="*/ 432530 h 1283588"/>
                <a:gd name="connsiteX47" fmla="*/ 458716 w 769984"/>
                <a:gd name="connsiteY47" fmla="*/ 372999 h 1283588"/>
                <a:gd name="connsiteX48" fmla="*/ 458716 w 769984"/>
                <a:gd name="connsiteY48" fmla="*/ 352806 h 1283588"/>
                <a:gd name="connsiteX49" fmla="*/ 438523 w 769984"/>
                <a:gd name="connsiteY49" fmla="*/ 352806 h 1283588"/>
                <a:gd name="connsiteX50" fmla="*/ 399184 w 769984"/>
                <a:gd name="connsiteY50" fmla="*/ 392144 h 1283588"/>
                <a:gd name="connsiteX51" fmla="*/ 399184 w 769984"/>
                <a:gd name="connsiteY51" fmla="*/ 301466 h 1283588"/>
                <a:gd name="connsiteX52" fmla="*/ 384897 w 769984"/>
                <a:gd name="connsiteY52" fmla="*/ 287179 h 1283588"/>
                <a:gd name="connsiteX53" fmla="*/ 370609 w 769984"/>
                <a:gd name="connsiteY53" fmla="*/ 301466 h 1283588"/>
                <a:gd name="connsiteX54" fmla="*/ 370609 w 769984"/>
                <a:gd name="connsiteY54" fmla="*/ 553974 h 1283588"/>
                <a:gd name="connsiteX55" fmla="*/ 303744 w 769984"/>
                <a:gd name="connsiteY55" fmla="*/ 487109 h 1283588"/>
                <a:gd name="connsiteX56" fmla="*/ 283551 w 769984"/>
                <a:gd name="connsiteY56" fmla="*/ 487109 h 1283588"/>
                <a:gd name="connsiteX57" fmla="*/ 283551 w 769984"/>
                <a:gd name="connsiteY57" fmla="*/ 507301 h 1283588"/>
                <a:gd name="connsiteX58" fmla="*/ 370609 w 769984"/>
                <a:gd name="connsiteY58" fmla="*/ 594360 h 1283588"/>
                <a:gd name="connsiteX59" fmla="*/ 370609 w 769984"/>
                <a:gd name="connsiteY59" fmla="*/ 802005 h 1283588"/>
                <a:gd name="connsiteX60" fmla="*/ 181919 w 769984"/>
                <a:gd name="connsiteY60" fmla="*/ 613315 h 1283588"/>
                <a:gd name="connsiteX61" fmla="*/ 161726 w 769984"/>
                <a:gd name="connsiteY61" fmla="*/ 613315 h 1283588"/>
                <a:gd name="connsiteX62" fmla="*/ 161726 w 769984"/>
                <a:gd name="connsiteY62" fmla="*/ 633508 h 1283588"/>
                <a:gd name="connsiteX63" fmla="*/ 370609 w 769984"/>
                <a:gd name="connsiteY63" fmla="*/ 842391 h 1283588"/>
                <a:gd name="connsiteX64" fmla="*/ 370609 w 769984"/>
                <a:gd name="connsiteY64" fmla="*/ 944309 h 1283588"/>
                <a:gd name="connsiteX65" fmla="*/ 340987 w 769984"/>
                <a:gd name="connsiteY65" fmla="*/ 944690 h 1283588"/>
                <a:gd name="connsiteX66" fmla="*/ 146105 w 769984"/>
                <a:gd name="connsiteY66" fmla="*/ 917448 h 1283588"/>
                <a:gd name="connsiteX67" fmla="*/ 38187 w 769984"/>
                <a:gd name="connsiteY67" fmla="*/ 786956 h 1283588"/>
                <a:gd name="connsiteX68" fmla="*/ 33710 w 769984"/>
                <a:gd name="connsiteY68" fmla="*/ 691420 h 1283588"/>
                <a:gd name="connsiteX69" fmla="*/ 59523 w 769984"/>
                <a:gd name="connsiteY69" fmla="*/ 640556 h 1283588"/>
                <a:gd name="connsiteX70" fmla="*/ 82288 w 769984"/>
                <a:gd name="connsiteY70" fmla="*/ 600170 h 1283588"/>
                <a:gd name="connsiteX71" fmla="*/ 92670 w 769984"/>
                <a:gd name="connsiteY71" fmla="*/ 495205 h 1283588"/>
                <a:gd name="connsiteX72" fmla="*/ 91241 w 769984"/>
                <a:gd name="connsiteY72" fmla="*/ 462629 h 1283588"/>
                <a:gd name="connsiteX73" fmla="*/ 129055 w 769984"/>
                <a:gd name="connsiteY73" fmla="*/ 339566 h 1283588"/>
                <a:gd name="connsiteX74" fmla="*/ 168108 w 769984"/>
                <a:gd name="connsiteY74" fmla="*/ 305086 h 1283588"/>
                <a:gd name="connsiteX75" fmla="*/ 228020 w 769984"/>
                <a:gd name="connsiteY75" fmla="*/ 241173 h 1283588"/>
                <a:gd name="connsiteX76" fmla="*/ 243641 w 769984"/>
                <a:gd name="connsiteY76" fmla="*/ 168307 h 1283588"/>
                <a:gd name="connsiteX77" fmla="*/ 252023 w 769984"/>
                <a:gd name="connsiteY77" fmla="*/ 116396 h 1283588"/>
                <a:gd name="connsiteX78" fmla="*/ 384897 w 769984"/>
                <a:gd name="connsiteY78" fmla="*/ 28575 h 1283588"/>
                <a:gd name="connsiteX79" fmla="*/ 517771 w 769984"/>
                <a:gd name="connsiteY79" fmla="*/ 116396 h 1283588"/>
                <a:gd name="connsiteX80" fmla="*/ 526153 w 769984"/>
                <a:gd name="connsiteY80" fmla="*/ 168307 h 1283588"/>
                <a:gd name="connsiteX81" fmla="*/ 541774 w 769984"/>
                <a:gd name="connsiteY81" fmla="*/ 241173 h 1283588"/>
                <a:gd name="connsiteX82" fmla="*/ 601686 w 769984"/>
                <a:gd name="connsiteY82" fmla="*/ 305086 h 1283588"/>
                <a:gd name="connsiteX83" fmla="*/ 640739 w 769984"/>
                <a:gd name="connsiteY83" fmla="*/ 339566 h 1283588"/>
                <a:gd name="connsiteX84" fmla="*/ 678553 w 769984"/>
                <a:gd name="connsiteY84" fmla="*/ 462629 h 1283588"/>
                <a:gd name="connsiteX85" fmla="*/ 677124 w 769984"/>
                <a:gd name="connsiteY85" fmla="*/ 495205 h 1283588"/>
                <a:gd name="connsiteX86" fmla="*/ 687506 w 769984"/>
                <a:gd name="connsiteY86" fmla="*/ 600170 h 1283588"/>
                <a:gd name="connsiteX87" fmla="*/ 710271 w 769984"/>
                <a:gd name="connsiteY87" fmla="*/ 640556 h 1283588"/>
                <a:gd name="connsiteX88" fmla="*/ 736084 w 769984"/>
                <a:gd name="connsiteY88" fmla="*/ 691420 h 1283588"/>
                <a:gd name="connsiteX89" fmla="*/ 731607 w 769984"/>
                <a:gd name="connsiteY89" fmla="*/ 786956 h 1283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69984" h="1283588">
                  <a:moveTo>
                    <a:pt x="763611" y="683609"/>
                  </a:moveTo>
                  <a:cubicBezTo>
                    <a:pt x="757324" y="661416"/>
                    <a:pt x="745704" y="643033"/>
                    <a:pt x="734369" y="625221"/>
                  </a:cubicBezTo>
                  <a:cubicBezTo>
                    <a:pt x="726559" y="612934"/>
                    <a:pt x="719224" y="601218"/>
                    <a:pt x="713700" y="588645"/>
                  </a:cubicBezTo>
                  <a:cubicBezTo>
                    <a:pt x="701794" y="561404"/>
                    <a:pt x="703603" y="530066"/>
                    <a:pt x="705604" y="496919"/>
                  </a:cubicBezTo>
                  <a:cubicBezTo>
                    <a:pt x="706271" y="485775"/>
                    <a:pt x="706937" y="474345"/>
                    <a:pt x="707128" y="463010"/>
                  </a:cubicBezTo>
                  <a:cubicBezTo>
                    <a:pt x="707795" y="405479"/>
                    <a:pt x="691888" y="355092"/>
                    <a:pt x="662360" y="320897"/>
                  </a:cubicBezTo>
                  <a:cubicBezTo>
                    <a:pt x="649501" y="306038"/>
                    <a:pt x="634071" y="294037"/>
                    <a:pt x="619212" y="282512"/>
                  </a:cubicBezTo>
                  <a:cubicBezTo>
                    <a:pt x="598162" y="266129"/>
                    <a:pt x="578255" y="250698"/>
                    <a:pt x="567491" y="228695"/>
                  </a:cubicBezTo>
                  <a:cubicBezTo>
                    <a:pt x="558538" y="210312"/>
                    <a:pt x="556633" y="188690"/>
                    <a:pt x="554633" y="165926"/>
                  </a:cubicBezTo>
                  <a:cubicBezTo>
                    <a:pt x="552918" y="146685"/>
                    <a:pt x="551204" y="126778"/>
                    <a:pt x="545012" y="107633"/>
                  </a:cubicBezTo>
                  <a:cubicBezTo>
                    <a:pt x="524057" y="43244"/>
                    <a:pt x="459668" y="0"/>
                    <a:pt x="384897" y="0"/>
                  </a:cubicBezTo>
                  <a:cubicBezTo>
                    <a:pt x="310126" y="0"/>
                    <a:pt x="245737" y="43244"/>
                    <a:pt x="224877" y="107537"/>
                  </a:cubicBezTo>
                  <a:cubicBezTo>
                    <a:pt x="218686" y="126683"/>
                    <a:pt x="216876" y="146590"/>
                    <a:pt x="215257" y="165830"/>
                  </a:cubicBezTo>
                  <a:cubicBezTo>
                    <a:pt x="213256" y="188595"/>
                    <a:pt x="211352" y="210217"/>
                    <a:pt x="202398" y="228600"/>
                  </a:cubicBezTo>
                  <a:cubicBezTo>
                    <a:pt x="191635" y="250698"/>
                    <a:pt x="171728" y="266129"/>
                    <a:pt x="150677" y="282416"/>
                  </a:cubicBezTo>
                  <a:cubicBezTo>
                    <a:pt x="135818" y="293942"/>
                    <a:pt x="120483" y="305848"/>
                    <a:pt x="107529" y="320802"/>
                  </a:cubicBezTo>
                  <a:cubicBezTo>
                    <a:pt x="78001" y="354901"/>
                    <a:pt x="62095" y="405384"/>
                    <a:pt x="62761" y="462915"/>
                  </a:cubicBezTo>
                  <a:cubicBezTo>
                    <a:pt x="62857" y="474250"/>
                    <a:pt x="63619" y="485775"/>
                    <a:pt x="64285" y="496824"/>
                  </a:cubicBezTo>
                  <a:cubicBezTo>
                    <a:pt x="66286" y="530066"/>
                    <a:pt x="68191" y="561404"/>
                    <a:pt x="56189" y="588550"/>
                  </a:cubicBezTo>
                  <a:cubicBezTo>
                    <a:pt x="50665" y="601123"/>
                    <a:pt x="43330" y="612838"/>
                    <a:pt x="35520" y="625126"/>
                  </a:cubicBezTo>
                  <a:cubicBezTo>
                    <a:pt x="24280" y="642938"/>
                    <a:pt x="12565" y="661416"/>
                    <a:pt x="6278" y="683514"/>
                  </a:cubicBezTo>
                  <a:cubicBezTo>
                    <a:pt x="-3533" y="718280"/>
                    <a:pt x="-1818" y="758285"/>
                    <a:pt x="11231" y="796100"/>
                  </a:cubicBezTo>
                  <a:cubicBezTo>
                    <a:pt x="31043" y="853726"/>
                    <a:pt x="79621" y="912400"/>
                    <a:pt x="132103" y="942118"/>
                  </a:cubicBezTo>
                  <a:cubicBezTo>
                    <a:pt x="191635" y="975836"/>
                    <a:pt x="267835" y="974408"/>
                    <a:pt x="341558" y="973074"/>
                  </a:cubicBezTo>
                  <a:cubicBezTo>
                    <a:pt x="351274" y="972884"/>
                    <a:pt x="360989" y="972884"/>
                    <a:pt x="370705" y="972788"/>
                  </a:cubicBezTo>
                  <a:lnTo>
                    <a:pt x="370705" y="1283589"/>
                  </a:lnTo>
                  <a:lnTo>
                    <a:pt x="399280" y="1283589"/>
                  </a:lnTo>
                  <a:lnTo>
                    <a:pt x="399280" y="972788"/>
                  </a:lnTo>
                  <a:cubicBezTo>
                    <a:pt x="408995" y="972788"/>
                    <a:pt x="418615" y="972788"/>
                    <a:pt x="428426" y="973074"/>
                  </a:cubicBezTo>
                  <a:cubicBezTo>
                    <a:pt x="443000" y="973360"/>
                    <a:pt x="457668" y="973646"/>
                    <a:pt x="472241" y="973646"/>
                  </a:cubicBezTo>
                  <a:cubicBezTo>
                    <a:pt x="531582" y="973646"/>
                    <a:pt x="590066" y="969169"/>
                    <a:pt x="637881" y="942118"/>
                  </a:cubicBezTo>
                  <a:cubicBezTo>
                    <a:pt x="690364" y="912400"/>
                    <a:pt x="738941" y="853726"/>
                    <a:pt x="758753" y="796100"/>
                  </a:cubicBezTo>
                  <a:cubicBezTo>
                    <a:pt x="771803" y="758190"/>
                    <a:pt x="773517" y="718185"/>
                    <a:pt x="763706" y="683514"/>
                  </a:cubicBezTo>
                  <a:close/>
                  <a:moveTo>
                    <a:pt x="731607" y="786956"/>
                  </a:moveTo>
                  <a:cubicBezTo>
                    <a:pt x="714176" y="837629"/>
                    <a:pt x="669790" y="891350"/>
                    <a:pt x="623689" y="917448"/>
                  </a:cubicBezTo>
                  <a:cubicBezTo>
                    <a:pt x="570920" y="947357"/>
                    <a:pt x="498721" y="946023"/>
                    <a:pt x="428807" y="944690"/>
                  </a:cubicBezTo>
                  <a:cubicBezTo>
                    <a:pt x="418901" y="944499"/>
                    <a:pt x="408995" y="944404"/>
                    <a:pt x="399184" y="944309"/>
                  </a:cubicBezTo>
                  <a:lnTo>
                    <a:pt x="399184" y="836581"/>
                  </a:lnTo>
                  <a:lnTo>
                    <a:pt x="399184" y="836581"/>
                  </a:lnTo>
                  <a:lnTo>
                    <a:pt x="399184" y="732473"/>
                  </a:lnTo>
                  <a:lnTo>
                    <a:pt x="558824" y="572834"/>
                  </a:lnTo>
                  <a:cubicBezTo>
                    <a:pt x="564443" y="567214"/>
                    <a:pt x="564443" y="558165"/>
                    <a:pt x="558824" y="552641"/>
                  </a:cubicBezTo>
                  <a:cubicBezTo>
                    <a:pt x="553204" y="547116"/>
                    <a:pt x="544155" y="547021"/>
                    <a:pt x="538631" y="552641"/>
                  </a:cubicBezTo>
                  <a:lnTo>
                    <a:pt x="399184" y="692087"/>
                  </a:lnTo>
                  <a:lnTo>
                    <a:pt x="399184" y="588550"/>
                  </a:lnTo>
                  <a:lnTo>
                    <a:pt x="399184" y="588550"/>
                  </a:lnTo>
                  <a:lnTo>
                    <a:pt x="399184" y="432530"/>
                  </a:lnTo>
                  <a:lnTo>
                    <a:pt x="458716" y="372999"/>
                  </a:lnTo>
                  <a:cubicBezTo>
                    <a:pt x="464335" y="367379"/>
                    <a:pt x="464335" y="358331"/>
                    <a:pt x="458716" y="352806"/>
                  </a:cubicBezTo>
                  <a:cubicBezTo>
                    <a:pt x="453096" y="347282"/>
                    <a:pt x="444047" y="347186"/>
                    <a:pt x="438523" y="352806"/>
                  </a:cubicBezTo>
                  <a:lnTo>
                    <a:pt x="399184" y="392144"/>
                  </a:lnTo>
                  <a:lnTo>
                    <a:pt x="399184" y="301466"/>
                  </a:lnTo>
                  <a:cubicBezTo>
                    <a:pt x="399184" y="293561"/>
                    <a:pt x="392803" y="287179"/>
                    <a:pt x="384897" y="287179"/>
                  </a:cubicBezTo>
                  <a:cubicBezTo>
                    <a:pt x="376991" y="287179"/>
                    <a:pt x="370609" y="293561"/>
                    <a:pt x="370609" y="301466"/>
                  </a:cubicBezTo>
                  <a:lnTo>
                    <a:pt x="370609" y="553974"/>
                  </a:lnTo>
                  <a:lnTo>
                    <a:pt x="303744" y="487109"/>
                  </a:lnTo>
                  <a:cubicBezTo>
                    <a:pt x="298124" y="481489"/>
                    <a:pt x="289076" y="481489"/>
                    <a:pt x="283551" y="487109"/>
                  </a:cubicBezTo>
                  <a:cubicBezTo>
                    <a:pt x="278027" y="492728"/>
                    <a:pt x="277931" y="501777"/>
                    <a:pt x="283551" y="507301"/>
                  </a:cubicBezTo>
                  <a:lnTo>
                    <a:pt x="370609" y="594360"/>
                  </a:lnTo>
                  <a:lnTo>
                    <a:pt x="370609" y="802005"/>
                  </a:lnTo>
                  <a:lnTo>
                    <a:pt x="181919" y="613315"/>
                  </a:lnTo>
                  <a:cubicBezTo>
                    <a:pt x="176300" y="607695"/>
                    <a:pt x="167251" y="607695"/>
                    <a:pt x="161726" y="613315"/>
                  </a:cubicBezTo>
                  <a:cubicBezTo>
                    <a:pt x="156202" y="618935"/>
                    <a:pt x="156106" y="627983"/>
                    <a:pt x="161726" y="633508"/>
                  </a:cubicBezTo>
                  <a:lnTo>
                    <a:pt x="370609" y="842391"/>
                  </a:lnTo>
                  <a:lnTo>
                    <a:pt x="370609" y="944309"/>
                  </a:lnTo>
                  <a:cubicBezTo>
                    <a:pt x="360704" y="944404"/>
                    <a:pt x="350893" y="944499"/>
                    <a:pt x="340987" y="944690"/>
                  </a:cubicBezTo>
                  <a:cubicBezTo>
                    <a:pt x="271169" y="945928"/>
                    <a:pt x="198874" y="947261"/>
                    <a:pt x="146105" y="917448"/>
                  </a:cubicBezTo>
                  <a:cubicBezTo>
                    <a:pt x="100004" y="891350"/>
                    <a:pt x="55618" y="837629"/>
                    <a:pt x="38187" y="786956"/>
                  </a:cubicBezTo>
                  <a:cubicBezTo>
                    <a:pt x="27043" y="754571"/>
                    <a:pt x="25423" y="720566"/>
                    <a:pt x="33710" y="691420"/>
                  </a:cubicBezTo>
                  <a:cubicBezTo>
                    <a:pt x="38854" y="673227"/>
                    <a:pt x="48950" y="657320"/>
                    <a:pt x="59523" y="640556"/>
                  </a:cubicBezTo>
                  <a:cubicBezTo>
                    <a:pt x="67524" y="627888"/>
                    <a:pt x="75906" y="614744"/>
                    <a:pt x="82288" y="600170"/>
                  </a:cubicBezTo>
                  <a:cubicBezTo>
                    <a:pt x="96956" y="566642"/>
                    <a:pt x="94765" y="530352"/>
                    <a:pt x="92670" y="495205"/>
                  </a:cubicBezTo>
                  <a:cubicBezTo>
                    <a:pt x="92003" y="484442"/>
                    <a:pt x="91336" y="473297"/>
                    <a:pt x="91241" y="462629"/>
                  </a:cubicBezTo>
                  <a:cubicBezTo>
                    <a:pt x="90670" y="412147"/>
                    <a:pt x="104100" y="368427"/>
                    <a:pt x="129055" y="339566"/>
                  </a:cubicBezTo>
                  <a:cubicBezTo>
                    <a:pt x="140105" y="326803"/>
                    <a:pt x="153725" y="316230"/>
                    <a:pt x="168108" y="305086"/>
                  </a:cubicBezTo>
                  <a:cubicBezTo>
                    <a:pt x="190778" y="287465"/>
                    <a:pt x="214304" y="269272"/>
                    <a:pt x="228020" y="241173"/>
                  </a:cubicBezTo>
                  <a:cubicBezTo>
                    <a:pt x="239355" y="217932"/>
                    <a:pt x="241546" y="192786"/>
                    <a:pt x="243641" y="168307"/>
                  </a:cubicBezTo>
                  <a:cubicBezTo>
                    <a:pt x="245261" y="149828"/>
                    <a:pt x="246784" y="132398"/>
                    <a:pt x="252023" y="116396"/>
                  </a:cubicBezTo>
                  <a:cubicBezTo>
                    <a:pt x="269073" y="63818"/>
                    <a:pt x="322508" y="28575"/>
                    <a:pt x="384897" y="28575"/>
                  </a:cubicBezTo>
                  <a:cubicBezTo>
                    <a:pt x="447286" y="28575"/>
                    <a:pt x="500721" y="63913"/>
                    <a:pt x="517771" y="116396"/>
                  </a:cubicBezTo>
                  <a:cubicBezTo>
                    <a:pt x="523009" y="132398"/>
                    <a:pt x="524534" y="149828"/>
                    <a:pt x="526153" y="168307"/>
                  </a:cubicBezTo>
                  <a:cubicBezTo>
                    <a:pt x="528248" y="192691"/>
                    <a:pt x="530534" y="217932"/>
                    <a:pt x="541774" y="241173"/>
                  </a:cubicBezTo>
                  <a:cubicBezTo>
                    <a:pt x="555490" y="269177"/>
                    <a:pt x="578921" y="287465"/>
                    <a:pt x="601686" y="305086"/>
                  </a:cubicBezTo>
                  <a:cubicBezTo>
                    <a:pt x="616069" y="316230"/>
                    <a:pt x="629690" y="326803"/>
                    <a:pt x="640739" y="339566"/>
                  </a:cubicBezTo>
                  <a:cubicBezTo>
                    <a:pt x="665694" y="368427"/>
                    <a:pt x="679124" y="412147"/>
                    <a:pt x="678553" y="462629"/>
                  </a:cubicBezTo>
                  <a:cubicBezTo>
                    <a:pt x="678458" y="473297"/>
                    <a:pt x="677791" y="484442"/>
                    <a:pt x="677124" y="495205"/>
                  </a:cubicBezTo>
                  <a:cubicBezTo>
                    <a:pt x="675028" y="530352"/>
                    <a:pt x="672838" y="566642"/>
                    <a:pt x="687506" y="600170"/>
                  </a:cubicBezTo>
                  <a:cubicBezTo>
                    <a:pt x="693888" y="614744"/>
                    <a:pt x="702175" y="627888"/>
                    <a:pt x="710271" y="640556"/>
                  </a:cubicBezTo>
                  <a:cubicBezTo>
                    <a:pt x="720939" y="657415"/>
                    <a:pt x="730940" y="673322"/>
                    <a:pt x="736084" y="691420"/>
                  </a:cubicBezTo>
                  <a:cubicBezTo>
                    <a:pt x="744371" y="720566"/>
                    <a:pt x="742751" y="754475"/>
                    <a:pt x="731607" y="78695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0" name="그래픽 30">
              <a:extLst>
                <a:ext uri="{FF2B5EF4-FFF2-40B4-BE49-F238E27FC236}">
                  <a16:creationId xmlns:a16="http://schemas.microsoft.com/office/drawing/2014/main" id="{219D63FC-5350-7AC5-26FE-5F6262B0830E}"/>
                </a:ext>
              </a:extLst>
            </p:cNvPr>
            <p:cNvGrpSpPr/>
            <p:nvPr/>
          </p:nvGrpSpPr>
          <p:grpSpPr>
            <a:xfrm>
              <a:off x="8227028" y="2026042"/>
              <a:ext cx="435102" cy="786574"/>
              <a:chOff x="8227028" y="2026042"/>
              <a:chExt cx="435102" cy="786574"/>
            </a:xfrm>
            <a:solidFill>
              <a:schemeClr val="bg1"/>
            </a:solidFill>
          </p:grpSpPr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2A30A9DA-BF99-7EB3-F1C4-4F8F38AD0576}"/>
                  </a:ext>
                </a:extLst>
              </p:cNvPr>
              <p:cNvSpPr/>
              <p:nvPr/>
            </p:nvSpPr>
            <p:spPr>
              <a:xfrm>
                <a:off x="8227028" y="2026042"/>
                <a:ext cx="435102" cy="581691"/>
              </a:xfrm>
              <a:custGeom>
                <a:avLst/>
                <a:gdLst>
                  <a:gd name="connsiteX0" fmla="*/ 217551 w 435102"/>
                  <a:gd name="connsiteY0" fmla="*/ 0 h 581691"/>
                  <a:gd name="connsiteX1" fmla="*/ 0 w 435102"/>
                  <a:gd name="connsiteY1" fmla="*/ 291179 h 581691"/>
                  <a:gd name="connsiteX2" fmla="*/ 203264 w 435102"/>
                  <a:gd name="connsiteY2" fmla="*/ 581692 h 581691"/>
                  <a:gd name="connsiteX3" fmla="*/ 203264 w 435102"/>
                  <a:gd name="connsiteY3" fmla="*/ 292703 h 581691"/>
                  <a:gd name="connsiteX4" fmla="*/ 217551 w 435102"/>
                  <a:gd name="connsiteY4" fmla="*/ 278416 h 581691"/>
                  <a:gd name="connsiteX5" fmla="*/ 231839 w 435102"/>
                  <a:gd name="connsiteY5" fmla="*/ 292703 h 581691"/>
                  <a:gd name="connsiteX6" fmla="*/ 231839 w 435102"/>
                  <a:gd name="connsiteY6" fmla="*/ 581692 h 581691"/>
                  <a:gd name="connsiteX7" fmla="*/ 435102 w 435102"/>
                  <a:gd name="connsiteY7" fmla="*/ 291179 h 581691"/>
                  <a:gd name="connsiteX8" fmla="*/ 217551 w 435102"/>
                  <a:gd name="connsiteY8" fmla="*/ 0 h 581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5102" h="581691">
                    <a:moveTo>
                      <a:pt x="217551" y="0"/>
                    </a:moveTo>
                    <a:cubicBezTo>
                      <a:pt x="97441" y="0"/>
                      <a:pt x="0" y="130397"/>
                      <a:pt x="0" y="291179"/>
                    </a:cubicBezTo>
                    <a:cubicBezTo>
                      <a:pt x="0" y="451961"/>
                      <a:pt x="89726" y="571881"/>
                      <a:pt x="203264" y="581692"/>
                    </a:cubicBezTo>
                    <a:lnTo>
                      <a:pt x="203264" y="292703"/>
                    </a:lnTo>
                    <a:cubicBezTo>
                      <a:pt x="203264" y="284798"/>
                      <a:pt x="209645" y="278416"/>
                      <a:pt x="217551" y="278416"/>
                    </a:cubicBezTo>
                    <a:cubicBezTo>
                      <a:pt x="225457" y="278416"/>
                      <a:pt x="231839" y="284798"/>
                      <a:pt x="231839" y="292703"/>
                    </a:cubicBezTo>
                    <a:lnTo>
                      <a:pt x="231839" y="581692"/>
                    </a:lnTo>
                    <a:cubicBezTo>
                      <a:pt x="345281" y="571786"/>
                      <a:pt x="435102" y="445580"/>
                      <a:pt x="435102" y="291179"/>
                    </a:cubicBezTo>
                    <a:cubicBezTo>
                      <a:pt x="435102" y="136779"/>
                      <a:pt x="337757" y="0"/>
                      <a:pt x="217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C56D5133-EAAE-662D-EB46-F7029E309292}"/>
                  </a:ext>
                </a:extLst>
              </p:cNvPr>
              <p:cNvSpPr/>
              <p:nvPr/>
            </p:nvSpPr>
            <p:spPr>
              <a:xfrm>
                <a:off x="8430291" y="2608496"/>
                <a:ext cx="28575" cy="204120"/>
              </a:xfrm>
              <a:custGeom>
                <a:avLst/>
                <a:gdLst>
                  <a:gd name="connsiteX0" fmla="*/ 0 w 28575"/>
                  <a:gd name="connsiteY0" fmla="*/ 0 h 204120"/>
                  <a:gd name="connsiteX1" fmla="*/ 28575 w 28575"/>
                  <a:gd name="connsiteY1" fmla="*/ 0 h 204120"/>
                  <a:gd name="connsiteX2" fmla="*/ 28575 w 28575"/>
                  <a:gd name="connsiteY2" fmla="*/ 204121 h 204120"/>
                  <a:gd name="connsiteX3" fmla="*/ 0 w 28575"/>
                  <a:gd name="connsiteY3" fmla="*/ 204121 h 20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204120">
                    <a:moveTo>
                      <a:pt x="0" y="0"/>
                    </a:moveTo>
                    <a:lnTo>
                      <a:pt x="28575" y="0"/>
                    </a:lnTo>
                    <a:lnTo>
                      <a:pt x="28575" y="204121"/>
                    </a:lnTo>
                    <a:lnTo>
                      <a:pt x="0" y="204121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16" name="그래픽 14">
            <a:extLst>
              <a:ext uri="{FF2B5EF4-FFF2-40B4-BE49-F238E27FC236}">
                <a16:creationId xmlns:a16="http://schemas.microsoft.com/office/drawing/2014/main" id="{EA53751E-5A49-4721-B430-3F1AD9B083FD}"/>
              </a:ext>
            </a:extLst>
          </p:cNvPr>
          <p:cNvSpPr/>
          <p:nvPr/>
        </p:nvSpPr>
        <p:spPr>
          <a:xfrm>
            <a:off x="7865677" y="5531073"/>
            <a:ext cx="767512" cy="1326927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EEFACA4-7932-6DF1-F1AE-235DB769C3A2}"/>
              </a:ext>
            </a:extLst>
          </p:cNvPr>
          <p:cNvGrpSpPr/>
          <p:nvPr userDrawn="1"/>
        </p:nvGrpSpPr>
        <p:grpSpPr>
          <a:xfrm>
            <a:off x="8916971" y="5296040"/>
            <a:ext cx="1741993" cy="470065"/>
            <a:chOff x="10276724" y="5229226"/>
            <a:chExt cx="2237199" cy="603693"/>
          </a:xfrm>
        </p:grpSpPr>
        <p:sp>
          <p:nvSpPr>
            <p:cNvPr id="13" name="그래픽 32">
              <a:extLst>
                <a:ext uri="{FF2B5EF4-FFF2-40B4-BE49-F238E27FC236}">
                  <a16:creationId xmlns:a16="http://schemas.microsoft.com/office/drawing/2014/main" id="{0E3B5C50-B703-AC08-C00B-2F3A7B6C207F}"/>
                </a:ext>
              </a:extLst>
            </p:cNvPr>
            <p:cNvSpPr/>
            <p:nvPr userDrawn="1"/>
          </p:nvSpPr>
          <p:spPr>
            <a:xfrm>
              <a:off x="10276724" y="5229226"/>
              <a:ext cx="1304222" cy="603693"/>
            </a:xfrm>
            <a:custGeom>
              <a:avLst/>
              <a:gdLst>
                <a:gd name="connsiteX0" fmla="*/ 1219200 w 1856327"/>
                <a:gd name="connsiteY0" fmla="*/ 0 h 859250"/>
                <a:gd name="connsiteX1" fmla="*/ 977932 w 1856327"/>
                <a:gd name="connsiteY1" fmla="*/ 241268 h 859250"/>
                <a:gd name="connsiteX2" fmla="*/ 1019842 w 1856327"/>
                <a:gd name="connsiteY2" fmla="*/ 376714 h 859250"/>
                <a:gd name="connsiteX3" fmla="*/ 241268 w 1856327"/>
                <a:gd name="connsiteY3" fmla="*/ 376714 h 859250"/>
                <a:gd name="connsiteX4" fmla="*/ 0 w 1856327"/>
                <a:gd name="connsiteY4" fmla="*/ 617982 h 859250"/>
                <a:gd name="connsiteX5" fmla="*/ 0 w 1856327"/>
                <a:gd name="connsiteY5" fmla="*/ 617982 h 859250"/>
                <a:gd name="connsiteX6" fmla="*/ 241268 w 1856327"/>
                <a:gd name="connsiteY6" fmla="*/ 859250 h 859250"/>
                <a:gd name="connsiteX7" fmla="*/ 1856327 w 1856327"/>
                <a:gd name="connsiteY7" fmla="*/ 859250 h 859250"/>
                <a:gd name="connsiteX8" fmla="*/ 1856327 w 1856327"/>
                <a:gd name="connsiteY8" fmla="*/ 0 h 859250"/>
                <a:gd name="connsiteX9" fmla="*/ 1219105 w 1856327"/>
                <a:gd name="connsiteY9" fmla="*/ 0 h 85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6327" h="859250">
                  <a:moveTo>
                    <a:pt x="1219200" y="0"/>
                  </a:moveTo>
                  <a:cubicBezTo>
                    <a:pt x="1086517" y="0"/>
                    <a:pt x="977932" y="108585"/>
                    <a:pt x="977932" y="241268"/>
                  </a:cubicBezTo>
                  <a:cubicBezTo>
                    <a:pt x="977932" y="291370"/>
                    <a:pt x="993458" y="338042"/>
                    <a:pt x="1019842" y="376714"/>
                  </a:cubicBezTo>
                  <a:lnTo>
                    <a:pt x="241268" y="376714"/>
                  </a:lnTo>
                  <a:cubicBezTo>
                    <a:pt x="108585" y="376714"/>
                    <a:pt x="0" y="485299"/>
                    <a:pt x="0" y="617982"/>
                  </a:cubicBezTo>
                  <a:lnTo>
                    <a:pt x="0" y="617982"/>
                  </a:lnTo>
                  <a:cubicBezTo>
                    <a:pt x="0" y="750665"/>
                    <a:pt x="108585" y="859250"/>
                    <a:pt x="241268" y="859250"/>
                  </a:cubicBezTo>
                  <a:lnTo>
                    <a:pt x="1856327" y="859250"/>
                  </a:lnTo>
                  <a:lnTo>
                    <a:pt x="1856327" y="0"/>
                  </a:lnTo>
                  <a:lnTo>
                    <a:pt x="1219105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" name="그래픽 32">
              <a:extLst>
                <a:ext uri="{FF2B5EF4-FFF2-40B4-BE49-F238E27FC236}">
                  <a16:creationId xmlns:a16="http://schemas.microsoft.com/office/drawing/2014/main" id="{BC6B91A8-E1EF-9B34-B938-7EE3648EEDFE}"/>
                </a:ext>
              </a:extLst>
            </p:cNvPr>
            <p:cNvSpPr/>
            <p:nvPr userDrawn="1"/>
          </p:nvSpPr>
          <p:spPr>
            <a:xfrm rot="10800000">
              <a:off x="11209700" y="5229226"/>
              <a:ext cx="1304223" cy="603693"/>
            </a:xfrm>
            <a:custGeom>
              <a:avLst/>
              <a:gdLst>
                <a:gd name="connsiteX0" fmla="*/ 1219200 w 1856327"/>
                <a:gd name="connsiteY0" fmla="*/ 0 h 859250"/>
                <a:gd name="connsiteX1" fmla="*/ 977932 w 1856327"/>
                <a:gd name="connsiteY1" fmla="*/ 241268 h 859250"/>
                <a:gd name="connsiteX2" fmla="*/ 1019842 w 1856327"/>
                <a:gd name="connsiteY2" fmla="*/ 376714 h 859250"/>
                <a:gd name="connsiteX3" fmla="*/ 241268 w 1856327"/>
                <a:gd name="connsiteY3" fmla="*/ 376714 h 859250"/>
                <a:gd name="connsiteX4" fmla="*/ 0 w 1856327"/>
                <a:gd name="connsiteY4" fmla="*/ 617982 h 859250"/>
                <a:gd name="connsiteX5" fmla="*/ 0 w 1856327"/>
                <a:gd name="connsiteY5" fmla="*/ 617982 h 859250"/>
                <a:gd name="connsiteX6" fmla="*/ 241268 w 1856327"/>
                <a:gd name="connsiteY6" fmla="*/ 859250 h 859250"/>
                <a:gd name="connsiteX7" fmla="*/ 1856327 w 1856327"/>
                <a:gd name="connsiteY7" fmla="*/ 859250 h 859250"/>
                <a:gd name="connsiteX8" fmla="*/ 1856327 w 1856327"/>
                <a:gd name="connsiteY8" fmla="*/ 0 h 859250"/>
                <a:gd name="connsiteX9" fmla="*/ 1219105 w 1856327"/>
                <a:gd name="connsiteY9" fmla="*/ 0 h 85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6327" h="859250">
                  <a:moveTo>
                    <a:pt x="1219200" y="0"/>
                  </a:moveTo>
                  <a:cubicBezTo>
                    <a:pt x="1086517" y="0"/>
                    <a:pt x="977932" y="108585"/>
                    <a:pt x="977932" y="241268"/>
                  </a:cubicBezTo>
                  <a:cubicBezTo>
                    <a:pt x="977932" y="291370"/>
                    <a:pt x="993458" y="338042"/>
                    <a:pt x="1019842" y="376714"/>
                  </a:cubicBezTo>
                  <a:lnTo>
                    <a:pt x="241268" y="376714"/>
                  </a:lnTo>
                  <a:cubicBezTo>
                    <a:pt x="108585" y="376714"/>
                    <a:pt x="0" y="485299"/>
                    <a:pt x="0" y="617982"/>
                  </a:cubicBezTo>
                  <a:lnTo>
                    <a:pt x="0" y="617982"/>
                  </a:lnTo>
                  <a:cubicBezTo>
                    <a:pt x="0" y="750665"/>
                    <a:pt x="108585" y="859250"/>
                    <a:pt x="241268" y="859250"/>
                  </a:cubicBezTo>
                  <a:lnTo>
                    <a:pt x="1856327" y="859250"/>
                  </a:lnTo>
                  <a:lnTo>
                    <a:pt x="1856327" y="0"/>
                  </a:lnTo>
                  <a:lnTo>
                    <a:pt x="1219105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42" name="그림 4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7" y="292585"/>
            <a:ext cx="101563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28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사용자 지정 레이아웃" preserve="1">
  <p:cSld name="목차"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BE6DA835-6E22-95A2-499E-001CDFE6B0BE}"/>
              </a:ext>
            </a:extLst>
          </p:cNvPr>
          <p:cNvSpPr/>
          <p:nvPr userDrawn="1"/>
        </p:nvSpPr>
        <p:spPr>
          <a:xfrm flipV="1">
            <a:off x="-1" y="0"/>
            <a:ext cx="12192001" cy="6559621"/>
          </a:xfrm>
          <a:custGeom>
            <a:avLst/>
            <a:gdLst>
              <a:gd name="connsiteX0" fmla="*/ 6 w 12192001"/>
              <a:gd name="connsiteY0" fmla="*/ 6559621 h 6559621"/>
              <a:gd name="connsiteX1" fmla="*/ 12192001 w 12192001"/>
              <a:gd name="connsiteY1" fmla="*/ 6559621 h 6559621"/>
              <a:gd name="connsiteX2" fmla="*/ 12192001 w 12192001"/>
              <a:gd name="connsiteY2" fmla="*/ 839178 h 6559621"/>
              <a:gd name="connsiteX3" fmla="*/ 3327397 w 12192001"/>
              <a:gd name="connsiteY3" fmla="*/ 839178 h 6559621"/>
              <a:gd name="connsiteX4" fmla="*/ 3327397 w 12192001"/>
              <a:gd name="connsiteY4" fmla="*/ 220939 h 6559621"/>
              <a:gd name="connsiteX5" fmla="*/ 3106458 w 12192001"/>
              <a:gd name="connsiteY5" fmla="*/ 0 h 6559621"/>
              <a:gd name="connsiteX6" fmla="*/ 0 w 12192001"/>
              <a:gd name="connsiteY6" fmla="*/ 0 h 6559621"/>
              <a:gd name="connsiteX7" fmla="*/ 0 w 12192001"/>
              <a:gd name="connsiteY7" fmla="*/ 5937324 h 6559621"/>
              <a:gd name="connsiteX8" fmla="*/ 6 w 12192001"/>
              <a:gd name="connsiteY8" fmla="*/ 5937324 h 655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1" h="6559621">
                <a:moveTo>
                  <a:pt x="6" y="6559621"/>
                </a:moveTo>
                <a:lnTo>
                  <a:pt x="12192001" y="6559621"/>
                </a:lnTo>
                <a:lnTo>
                  <a:pt x="12192001" y="839178"/>
                </a:lnTo>
                <a:lnTo>
                  <a:pt x="3327397" y="839178"/>
                </a:lnTo>
                <a:lnTo>
                  <a:pt x="3327397" y="220939"/>
                </a:lnTo>
                <a:cubicBezTo>
                  <a:pt x="3327397" y="98918"/>
                  <a:pt x="3228479" y="0"/>
                  <a:pt x="3106458" y="0"/>
                </a:cubicBezTo>
                <a:lnTo>
                  <a:pt x="0" y="0"/>
                </a:lnTo>
                <a:lnTo>
                  <a:pt x="0" y="5937324"/>
                </a:lnTo>
                <a:lnTo>
                  <a:pt x="6" y="5937324"/>
                </a:lnTo>
                <a:close/>
              </a:path>
            </a:pathLst>
          </a:cu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44;p11">
            <a:extLst>
              <a:ext uri="{FF2B5EF4-FFF2-40B4-BE49-F238E27FC236}">
                <a16:creationId xmlns:a16="http://schemas.microsoft.com/office/drawing/2014/main" id="{2430731B-0411-7F28-4C6A-FA657F6EB920}"/>
              </a:ext>
            </a:extLst>
          </p:cNvPr>
          <p:cNvSpPr/>
          <p:nvPr userDrawn="1"/>
        </p:nvSpPr>
        <p:spPr>
          <a:xfrm flipH="1">
            <a:off x="3327399" y="731666"/>
            <a:ext cx="8864598" cy="6126334"/>
          </a:xfrm>
          <a:prstGeom prst="round1Rect">
            <a:avLst>
              <a:gd name="adj" fmla="val 5331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C36EA3A-FE8E-E24D-8ED9-101752F18500}"/>
              </a:ext>
            </a:extLst>
          </p:cNvPr>
          <p:cNvGrpSpPr/>
          <p:nvPr userDrawn="1"/>
        </p:nvGrpSpPr>
        <p:grpSpPr>
          <a:xfrm>
            <a:off x="289215" y="4477176"/>
            <a:ext cx="1973943" cy="2082445"/>
            <a:chOff x="8883015" y="374724"/>
            <a:chExt cx="2259996" cy="2384223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470B98BA-B6CB-6ABC-DD40-EAE65B03886D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72DBC350-86D7-7653-04E0-9CDB96821850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E13240A-5CAC-33CB-65EE-F060D4B10E43}"/>
              </a:ext>
            </a:extLst>
          </p:cNvPr>
          <p:cNvSpPr/>
          <p:nvPr userDrawn="1"/>
        </p:nvSpPr>
        <p:spPr>
          <a:xfrm rot="10800000" flipH="1">
            <a:off x="2263162" y="4531321"/>
            <a:ext cx="549058" cy="292328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0" name="그래픽 32">
            <a:extLst>
              <a:ext uri="{FF2B5EF4-FFF2-40B4-BE49-F238E27FC236}">
                <a16:creationId xmlns:a16="http://schemas.microsoft.com/office/drawing/2014/main" id="{D53BEE7A-F6CA-3D87-B61A-9458E29A62AB}"/>
              </a:ext>
            </a:extLst>
          </p:cNvPr>
          <p:cNvSpPr/>
          <p:nvPr userDrawn="1"/>
        </p:nvSpPr>
        <p:spPr>
          <a:xfrm flipH="1">
            <a:off x="0" y="5190739"/>
            <a:ext cx="502920" cy="232790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그래픽 14">
            <a:extLst>
              <a:ext uri="{FF2B5EF4-FFF2-40B4-BE49-F238E27FC236}">
                <a16:creationId xmlns:a16="http://schemas.microsoft.com/office/drawing/2014/main" id="{84473FBB-A6B0-4CC7-7C6F-2B707AC386F9}"/>
              </a:ext>
            </a:extLst>
          </p:cNvPr>
          <p:cNvSpPr/>
          <p:nvPr userDrawn="1"/>
        </p:nvSpPr>
        <p:spPr>
          <a:xfrm>
            <a:off x="2461261" y="5544292"/>
            <a:ext cx="587280" cy="1015329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16" name="그래픽 115">
            <a:extLst>
              <a:ext uri="{FF2B5EF4-FFF2-40B4-BE49-F238E27FC236}">
                <a16:creationId xmlns:a16="http://schemas.microsoft.com/office/drawing/2014/main" id="{F12553E2-AD6F-0D98-AA41-0A3DB5FBAD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648" y="298379"/>
            <a:ext cx="1132385" cy="278794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805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사용자 지정 레이아웃" preserve="1" userDrawn="1">
  <p:cSld name="9_사용자 지정 레이아웃"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BE6DA835-6E22-95A2-499E-001CDFE6B0BE}"/>
              </a:ext>
            </a:extLst>
          </p:cNvPr>
          <p:cNvSpPr/>
          <p:nvPr userDrawn="1"/>
        </p:nvSpPr>
        <p:spPr>
          <a:xfrm flipV="1">
            <a:off x="-1" y="0"/>
            <a:ext cx="12192001" cy="6559621"/>
          </a:xfrm>
          <a:custGeom>
            <a:avLst/>
            <a:gdLst>
              <a:gd name="connsiteX0" fmla="*/ 6 w 12192001"/>
              <a:gd name="connsiteY0" fmla="*/ 6559621 h 6559621"/>
              <a:gd name="connsiteX1" fmla="*/ 12192001 w 12192001"/>
              <a:gd name="connsiteY1" fmla="*/ 6559621 h 6559621"/>
              <a:gd name="connsiteX2" fmla="*/ 12192001 w 12192001"/>
              <a:gd name="connsiteY2" fmla="*/ 839178 h 6559621"/>
              <a:gd name="connsiteX3" fmla="*/ 3327397 w 12192001"/>
              <a:gd name="connsiteY3" fmla="*/ 839178 h 6559621"/>
              <a:gd name="connsiteX4" fmla="*/ 3327397 w 12192001"/>
              <a:gd name="connsiteY4" fmla="*/ 220939 h 6559621"/>
              <a:gd name="connsiteX5" fmla="*/ 3106458 w 12192001"/>
              <a:gd name="connsiteY5" fmla="*/ 0 h 6559621"/>
              <a:gd name="connsiteX6" fmla="*/ 0 w 12192001"/>
              <a:gd name="connsiteY6" fmla="*/ 0 h 6559621"/>
              <a:gd name="connsiteX7" fmla="*/ 0 w 12192001"/>
              <a:gd name="connsiteY7" fmla="*/ 5937324 h 6559621"/>
              <a:gd name="connsiteX8" fmla="*/ 6 w 12192001"/>
              <a:gd name="connsiteY8" fmla="*/ 5937324 h 655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1" h="6559621">
                <a:moveTo>
                  <a:pt x="6" y="6559621"/>
                </a:moveTo>
                <a:lnTo>
                  <a:pt x="12192001" y="6559621"/>
                </a:lnTo>
                <a:lnTo>
                  <a:pt x="12192001" y="839178"/>
                </a:lnTo>
                <a:lnTo>
                  <a:pt x="3327397" y="839178"/>
                </a:lnTo>
                <a:lnTo>
                  <a:pt x="3327397" y="220939"/>
                </a:lnTo>
                <a:cubicBezTo>
                  <a:pt x="3327397" y="98918"/>
                  <a:pt x="3228479" y="0"/>
                  <a:pt x="3106458" y="0"/>
                </a:cubicBezTo>
                <a:lnTo>
                  <a:pt x="0" y="0"/>
                </a:lnTo>
                <a:lnTo>
                  <a:pt x="0" y="5937324"/>
                </a:lnTo>
                <a:lnTo>
                  <a:pt x="6" y="5937324"/>
                </a:lnTo>
                <a:close/>
              </a:path>
            </a:pathLst>
          </a:cu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44;p11">
            <a:extLst>
              <a:ext uri="{FF2B5EF4-FFF2-40B4-BE49-F238E27FC236}">
                <a16:creationId xmlns:a16="http://schemas.microsoft.com/office/drawing/2014/main" id="{2430731B-0411-7F28-4C6A-FA657F6EB920}"/>
              </a:ext>
            </a:extLst>
          </p:cNvPr>
          <p:cNvSpPr/>
          <p:nvPr userDrawn="1"/>
        </p:nvSpPr>
        <p:spPr>
          <a:xfrm flipH="1">
            <a:off x="3327399" y="731666"/>
            <a:ext cx="8864598" cy="6126334"/>
          </a:xfrm>
          <a:prstGeom prst="round1Rect">
            <a:avLst>
              <a:gd name="adj" fmla="val 5331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C36EA3A-FE8E-E24D-8ED9-101752F18500}"/>
              </a:ext>
            </a:extLst>
          </p:cNvPr>
          <p:cNvGrpSpPr/>
          <p:nvPr userDrawn="1"/>
        </p:nvGrpSpPr>
        <p:grpSpPr>
          <a:xfrm>
            <a:off x="289215" y="4477176"/>
            <a:ext cx="1973943" cy="2082445"/>
            <a:chOff x="8883015" y="374724"/>
            <a:chExt cx="2259996" cy="2384223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470B98BA-B6CB-6ABC-DD40-EAE65B03886D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72DBC350-86D7-7653-04E0-9CDB96821850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E13240A-5CAC-33CB-65EE-F060D4B10E43}"/>
              </a:ext>
            </a:extLst>
          </p:cNvPr>
          <p:cNvSpPr/>
          <p:nvPr userDrawn="1"/>
        </p:nvSpPr>
        <p:spPr>
          <a:xfrm rot="10800000" flipH="1">
            <a:off x="2263162" y="4531321"/>
            <a:ext cx="549058" cy="292328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0" name="그래픽 32">
            <a:extLst>
              <a:ext uri="{FF2B5EF4-FFF2-40B4-BE49-F238E27FC236}">
                <a16:creationId xmlns:a16="http://schemas.microsoft.com/office/drawing/2014/main" id="{D53BEE7A-F6CA-3D87-B61A-9458E29A62AB}"/>
              </a:ext>
            </a:extLst>
          </p:cNvPr>
          <p:cNvSpPr/>
          <p:nvPr userDrawn="1"/>
        </p:nvSpPr>
        <p:spPr>
          <a:xfrm flipH="1">
            <a:off x="0" y="5190739"/>
            <a:ext cx="502920" cy="232790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그래픽 14">
            <a:extLst>
              <a:ext uri="{FF2B5EF4-FFF2-40B4-BE49-F238E27FC236}">
                <a16:creationId xmlns:a16="http://schemas.microsoft.com/office/drawing/2014/main" id="{84473FBB-A6B0-4CC7-7C6F-2B707AC386F9}"/>
              </a:ext>
            </a:extLst>
          </p:cNvPr>
          <p:cNvSpPr/>
          <p:nvPr userDrawn="1"/>
        </p:nvSpPr>
        <p:spPr>
          <a:xfrm>
            <a:off x="2461261" y="5544292"/>
            <a:ext cx="587280" cy="1015329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16" name="그래픽 115">
            <a:extLst>
              <a:ext uri="{FF2B5EF4-FFF2-40B4-BE49-F238E27FC236}">
                <a16:creationId xmlns:a16="http://schemas.microsoft.com/office/drawing/2014/main" id="{F12553E2-AD6F-0D98-AA41-0A3DB5FBAD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648" y="298379"/>
            <a:ext cx="1132385" cy="278794"/>
          </a:xfrm>
          <a:prstGeom prst="rect">
            <a:avLst/>
          </a:prstGeom>
        </p:spPr>
      </p:pic>
      <p:sp>
        <p:nvSpPr>
          <p:cNvPr id="2" name="Google Shape;110;p2">
            <a:extLst>
              <a:ext uri="{FF2B5EF4-FFF2-40B4-BE49-F238E27FC236}">
                <a16:creationId xmlns:a16="http://schemas.microsoft.com/office/drawing/2014/main" id="{26897543-8570-9741-CF64-0FC765434AE9}"/>
              </a:ext>
            </a:extLst>
          </p:cNvPr>
          <p:cNvSpPr/>
          <p:nvPr userDrawn="1"/>
        </p:nvSpPr>
        <p:spPr>
          <a:xfrm rot="16200000">
            <a:off x="1822357" y="671717"/>
            <a:ext cx="878943" cy="2131140"/>
          </a:xfrm>
          <a:prstGeom prst="round2SameRect">
            <a:avLst>
              <a:gd name="adj1" fmla="val 2642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1" i="0" u="sng" strike="noStrike" kern="0" cap="none" spc="0" normalizeH="0" baseline="0" noProof="0" dirty="0">
              <a:ln>
                <a:noFill/>
              </a:ln>
              <a:solidFill>
                <a:srgbClr val="538CD5"/>
              </a:solidFill>
              <a:effectLst/>
              <a:uLnTx/>
              <a:uFillTx/>
              <a:latin typeface="삼성긴고딕 Regular" panose="020B0600000101010101" pitchFamily="50" charset="-127"/>
              <a:ea typeface="삼성긴고딕 Regular" panose="020B0600000101010101" pitchFamily="50" charset="-127"/>
              <a:cs typeface="Malgun Gothic"/>
              <a:sym typeface="Malgun Gothic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6B705DCB-C8E6-A3D9-99B8-79153A5511A9}"/>
              </a:ext>
            </a:extLst>
          </p:cNvPr>
          <p:cNvSpPr/>
          <p:nvPr userDrawn="1"/>
        </p:nvSpPr>
        <p:spPr>
          <a:xfrm>
            <a:off x="3327398" y="1297818"/>
            <a:ext cx="8864601" cy="878941"/>
          </a:xfrm>
          <a:prstGeom prst="rect">
            <a:avLst/>
          </a:prstGeom>
          <a:solidFill>
            <a:srgbClr val="8ECC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lvl="0" algn="ctr"/>
            <a:endParaRPr noProof="0" dirty="0">
              <a:sym typeface="Malgun Gothic"/>
            </a:endParaRPr>
          </a:p>
        </p:txBody>
      </p:sp>
      <p:pic>
        <p:nvPicPr>
          <p:cNvPr id="39" name="그림 3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392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 preserve="1">
  <p:cSld name="간지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/>
          <p:nvPr/>
        </p:nvSpPr>
        <p:spPr>
          <a:xfrm>
            <a:off x="0" y="0"/>
            <a:ext cx="12192000" cy="2755900"/>
          </a:xfrm>
          <a:prstGeom prst="rect">
            <a:avLst/>
          </a:pr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4ABEDEE1-A7FF-50CE-C4E7-FFA615B3D85D}"/>
              </a:ext>
            </a:extLst>
          </p:cNvPr>
          <p:cNvSpPr/>
          <p:nvPr/>
        </p:nvSpPr>
        <p:spPr>
          <a:xfrm rot="10800000">
            <a:off x="8409632" y="448866"/>
            <a:ext cx="788506" cy="419814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1440B68-87E3-524A-1CCE-1B9CABBB44F1}"/>
              </a:ext>
            </a:extLst>
          </p:cNvPr>
          <p:cNvGrpSpPr/>
          <p:nvPr userDrawn="1"/>
        </p:nvGrpSpPr>
        <p:grpSpPr>
          <a:xfrm>
            <a:off x="8883015" y="371677"/>
            <a:ext cx="2259996" cy="2384223"/>
            <a:chOff x="8883015" y="374724"/>
            <a:chExt cx="2259996" cy="2384223"/>
          </a:xfrm>
        </p:grpSpPr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96B8E5C3-4E74-02A3-53FC-FF2507286569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74E0636F-F460-17B7-E099-AC580E225286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BF77622-6166-35C0-4D5A-3FF36F9E6857}"/>
              </a:ext>
            </a:extLst>
          </p:cNvPr>
          <p:cNvGrpSpPr/>
          <p:nvPr userDrawn="1"/>
        </p:nvGrpSpPr>
        <p:grpSpPr>
          <a:xfrm>
            <a:off x="8014840" y="1743554"/>
            <a:ext cx="854694" cy="1012346"/>
            <a:chOff x="7578193" y="1528742"/>
            <a:chExt cx="1083937" cy="1283874"/>
          </a:xfrm>
        </p:grpSpPr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5B3AE739-0BE3-2A97-A2E5-99028AA15149}"/>
                </a:ext>
              </a:extLst>
            </p:cNvPr>
            <p:cNvSpPr/>
            <p:nvPr/>
          </p:nvSpPr>
          <p:spPr>
            <a:xfrm>
              <a:off x="7578193" y="1528742"/>
              <a:ext cx="769984" cy="1283588"/>
            </a:xfrm>
            <a:custGeom>
              <a:avLst/>
              <a:gdLst>
                <a:gd name="connsiteX0" fmla="*/ 763611 w 769984"/>
                <a:gd name="connsiteY0" fmla="*/ 683609 h 1283588"/>
                <a:gd name="connsiteX1" fmla="*/ 734369 w 769984"/>
                <a:gd name="connsiteY1" fmla="*/ 625221 h 1283588"/>
                <a:gd name="connsiteX2" fmla="*/ 713700 w 769984"/>
                <a:gd name="connsiteY2" fmla="*/ 588645 h 1283588"/>
                <a:gd name="connsiteX3" fmla="*/ 705604 w 769984"/>
                <a:gd name="connsiteY3" fmla="*/ 496919 h 1283588"/>
                <a:gd name="connsiteX4" fmla="*/ 707128 w 769984"/>
                <a:gd name="connsiteY4" fmla="*/ 463010 h 1283588"/>
                <a:gd name="connsiteX5" fmla="*/ 662360 w 769984"/>
                <a:gd name="connsiteY5" fmla="*/ 320897 h 1283588"/>
                <a:gd name="connsiteX6" fmla="*/ 619212 w 769984"/>
                <a:gd name="connsiteY6" fmla="*/ 282512 h 1283588"/>
                <a:gd name="connsiteX7" fmla="*/ 567491 w 769984"/>
                <a:gd name="connsiteY7" fmla="*/ 228695 h 1283588"/>
                <a:gd name="connsiteX8" fmla="*/ 554633 w 769984"/>
                <a:gd name="connsiteY8" fmla="*/ 165926 h 1283588"/>
                <a:gd name="connsiteX9" fmla="*/ 545012 w 769984"/>
                <a:gd name="connsiteY9" fmla="*/ 107633 h 1283588"/>
                <a:gd name="connsiteX10" fmla="*/ 384897 w 769984"/>
                <a:gd name="connsiteY10" fmla="*/ 0 h 1283588"/>
                <a:gd name="connsiteX11" fmla="*/ 224877 w 769984"/>
                <a:gd name="connsiteY11" fmla="*/ 107537 h 1283588"/>
                <a:gd name="connsiteX12" fmla="*/ 215257 w 769984"/>
                <a:gd name="connsiteY12" fmla="*/ 165830 h 1283588"/>
                <a:gd name="connsiteX13" fmla="*/ 202398 w 769984"/>
                <a:gd name="connsiteY13" fmla="*/ 228600 h 1283588"/>
                <a:gd name="connsiteX14" fmla="*/ 150677 w 769984"/>
                <a:gd name="connsiteY14" fmla="*/ 282416 h 1283588"/>
                <a:gd name="connsiteX15" fmla="*/ 107529 w 769984"/>
                <a:gd name="connsiteY15" fmla="*/ 320802 h 1283588"/>
                <a:gd name="connsiteX16" fmla="*/ 62761 w 769984"/>
                <a:gd name="connsiteY16" fmla="*/ 462915 h 1283588"/>
                <a:gd name="connsiteX17" fmla="*/ 64285 w 769984"/>
                <a:gd name="connsiteY17" fmla="*/ 496824 h 1283588"/>
                <a:gd name="connsiteX18" fmla="*/ 56189 w 769984"/>
                <a:gd name="connsiteY18" fmla="*/ 588550 h 1283588"/>
                <a:gd name="connsiteX19" fmla="*/ 35520 w 769984"/>
                <a:gd name="connsiteY19" fmla="*/ 625126 h 1283588"/>
                <a:gd name="connsiteX20" fmla="*/ 6278 w 769984"/>
                <a:gd name="connsiteY20" fmla="*/ 683514 h 1283588"/>
                <a:gd name="connsiteX21" fmla="*/ 11231 w 769984"/>
                <a:gd name="connsiteY21" fmla="*/ 796100 h 1283588"/>
                <a:gd name="connsiteX22" fmla="*/ 132103 w 769984"/>
                <a:gd name="connsiteY22" fmla="*/ 942118 h 1283588"/>
                <a:gd name="connsiteX23" fmla="*/ 341558 w 769984"/>
                <a:gd name="connsiteY23" fmla="*/ 973074 h 1283588"/>
                <a:gd name="connsiteX24" fmla="*/ 370705 w 769984"/>
                <a:gd name="connsiteY24" fmla="*/ 972788 h 1283588"/>
                <a:gd name="connsiteX25" fmla="*/ 370705 w 769984"/>
                <a:gd name="connsiteY25" fmla="*/ 1283589 h 1283588"/>
                <a:gd name="connsiteX26" fmla="*/ 399280 w 769984"/>
                <a:gd name="connsiteY26" fmla="*/ 1283589 h 1283588"/>
                <a:gd name="connsiteX27" fmla="*/ 399280 w 769984"/>
                <a:gd name="connsiteY27" fmla="*/ 972788 h 1283588"/>
                <a:gd name="connsiteX28" fmla="*/ 428426 w 769984"/>
                <a:gd name="connsiteY28" fmla="*/ 973074 h 1283588"/>
                <a:gd name="connsiteX29" fmla="*/ 472241 w 769984"/>
                <a:gd name="connsiteY29" fmla="*/ 973646 h 1283588"/>
                <a:gd name="connsiteX30" fmla="*/ 637881 w 769984"/>
                <a:gd name="connsiteY30" fmla="*/ 942118 h 1283588"/>
                <a:gd name="connsiteX31" fmla="*/ 758753 w 769984"/>
                <a:gd name="connsiteY31" fmla="*/ 796100 h 1283588"/>
                <a:gd name="connsiteX32" fmla="*/ 763706 w 769984"/>
                <a:gd name="connsiteY32" fmla="*/ 683514 h 1283588"/>
                <a:gd name="connsiteX33" fmla="*/ 731607 w 769984"/>
                <a:gd name="connsiteY33" fmla="*/ 786956 h 1283588"/>
                <a:gd name="connsiteX34" fmla="*/ 623689 w 769984"/>
                <a:gd name="connsiteY34" fmla="*/ 917448 h 1283588"/>
                <a:gd name="connsiteX35" fmla="*/ 428807 w 769984"/>
                <a:gd name="connsiteY35" fmla="*/ 944690 h 1283588"/>
                <a:gd name="connsiteX36" fmla="*/ 399184 w 769984"/>
                <a:gd name="connsiteY36" fmla="*/ 944309 h 1283588"/>
                <a:gd name="connsiteX37" fmla="*/ 399184 w 769984"/>
                <a:gd name="connsiteY37" fmla="*/ 836581 h 1283588"/>
                <a:gd name="connsiteX38" fmla="*/ 399184 w 769984"/>
                <a:gd name="connsiteY38" fmla="*/ 836581 h 1283588"/>
                <a:gd name="connsiteX39" fmla="*/ 399184 w 769984"/>
                <a:gd name="connsiteY39" fmla="*/ 732473 h 1283588"/>
                <a:gd name="connsiteX40" fmla="*/ 558824 w 769984"/>
                <a:gd name="connsiteY40" fmla="*/ 572834 h 1283588"/>
                <a:gd name="connsiteX41" fmla="*/ 558824 w 769984"/>
                <a:gd name="connsiteY41" fmla="*/ 552641 h 1283588"/>
                <a:gd name="connsiteX42" fmla="*/ 538631 w 769984"/>
                <a:gd name="connsiteY42" fmla="*/ 552641 h 1283588"/>
                <a:gd name="connsiteX43" fmla="*/ 399184 w 769984"/>
                <a:gd name="connsiteY43" fmla="*/ 692087 h 1283588"/>
                <a:gd name="connsiteX44" fmla="*/ 399184 w 769984"/>
                <a:gd name="connsiteY44" fmla="*/ 588550 h 1283588"/>
                <a:gd name="connsiteX45" fmla="*/ 399184 w 769984"/>
                <a:gd name="connsiteY45" fmla="*/ 588550 h 1283588"/>
                <a:gd name="connsiteX46" fmla="*/ 399184 w 769984"/>
                <a:gd name="connsiteY46" fmla="*/ 432530 h 1283588"/>
                <a:gd name="connsiteX47" fmla="*/ 458716 w 769984"/>
                <a:gd name="connsiteY47" fmla="*/ 372999 h 1283588"/>
                <a:gd name="connsiteX48" fmla="*/ 458716 w 769984"/>
                <a:gd name="connsiteY48" fmla="*/ 352806 h 1283588"/>
                <a:gd name="connsiteX49" fmla="*/ 438523 w 769984"/>
                <a:gd name="connsiteY49" fmla="*/ 352806 h 1283588"/>
                <a:gd name="connsiteX50" fmla="*/ 399184 w 769984"/>
                <a:gd name="connsiteY50" fmla="*/ 392144 h 1283588"/>
                <a:gd name="connsiteX51" fmla="*/ 399184 w 769984"/>
                <a:gd name="connsiteY51" fmla="*/ 301466 h 1283588"/>
                <a:gd name="connsiteX52" fmla="*/ 384897 w 769984"/>
                <a:gd name="connsiteY52" fmla="*/ 287179 h 1283588"/>
                <a:gd name="connsiteX53" fmla="*/ 370609 w 769984"/>
                <a:gd name="connsiteY53" fmla="*/ 301466 h 1283588"/>
                <a:gd name="connsiteX54" fmla="*/ 370609 w 769984"/>
                <a:gd name="connsiteY54" fmla="*/ 553974 h 1283588"/>
                <a:gd name="connsiteX55" fmla="*/ 303744 w 769984"/>
                <a:gd name="connsiteY55" fmla="*/ 487109 h 1283588"/>
                <a:gd name="connsiteX56" fmla="*/ 283551 w 769984"/>
                <a:gd name="connsiteY56" fmla="*/ 487109 h 1283588"/>
                <a:gd name="connsiteX57" fmla="*/ 283551 w 769984"/>
                <a:gd name="connsiteY57" fmla="*/ 507301 h 1283588"/>
                <a:gd name="connsiteX58" fmla="*/ 370609 w 769984"/>
                <a:gd name="connsiteY58" fmla="*/ 594360 h 1283588"/>
                <a:gd name="connsiteX59" fmla="*/ 370609 w 769984"/>
                <a:gd name="connsiteY59" fmla="*/ 802005 h 1283588"/>
                <a:gd name="connsiteX60" fmla="*/ 181919 w 769984"/>
                <a:gd name="connsiteY60" fmla="*/ 613315 h 1283588"/>
                <a:gd name="connsiteX61" fmla="*/ 161726 w 769984"/>
                <a:gd name="connsiteY61" fmla="*/ 613315 h 1283588"/>
                <a:gd name="connsiteX62" fmla="*/ 161726 w 769984"/>
                <a:gd name="connsiteY62" fmla="*/ 633508 h 1283588"/>
                <a:gd name="connsiteX63" fmla="*/ 370609 w 769984"/>
                <a:gd name="connsiteY63" fmla="*/ 842391 h 1283588"/>
                <a:gd name="connsiteX64" fmla="*/ 370609 w 769984"/>
                <a:gd name="connsiteY64" fmla="*/ 944309 h 1283588"/>
                <a:gd name="connsiteX65" fmla="*/ 340987 w 769984"/>
                <a:gd name="connsiteY65" fmla="*/ 944690 h 1283588"/>
                <a:gd name="connsiteX66" fmla="*/ 146105 w 769984"/>
                <a:gd name="connsiteY66" fmla="*/ 917448 h 1283588"/>
                <a:gd name="connsiteX67" fmla="*/ 38187 w 769984"/>
                <a:gd name="connsiteY67" fmla="*/ 786956 h 1283588"/>
                <a:gd name="connsiteX68" fmla="*/ 33710 w 769984"/>
                <a:gd name="connsiteY68" fmla="*/ 691420 h 1283588"/>
                <a:gd name="connsiteX69" fmla="*/ 59523 w 769984"/>
                <a:gd name="connsiteY69" fmla="*/ 640556 h 1283588"/>
                <a:gd name="connsiteX70" fmla="*/ 82288 w 769984"/>
                <a:gd name="connsiteY70" fmla="*/ 600170 h 1283588"/>
                <a:gd name="connsiteX71" fmla="*/ 92670 w 769984"/>
                <a:gd name="connsiteY71" fmla="*/ 495205 h 1283588"/>
                <a:gd name="connsiteX72" fmla="*/ 91241 w 769984"/>
                <a:gd name="connsiteY72" fmla="*/ 462629 h 1283588"/>
                <a:gd name="connsiteX73" fmla="*/ 129055 w 769984"/>
                <a:gd name="connsiteY73" fmla="*/ 339566 h 1283588"/>
                <a:gd name="connsiteX74" fmla="*/ 168108 w 769984"/>
                <a:gd name="connsiteY74" fmla="*/ 305086 h 1283588"/>
                <a:gd name="connsiteX75" fmla="*/ 228020 w 769984"/>
                <a:gd name="connsiteY75" fmla="*/ 241173 h 1283588"/>
                <a:gd name="connsiteX76" fmla="*/ 243641 w 769984"/>
                <a:gd name="connsiteY76" fmla="*/ 168307 h 1283588"/>
                <a:gd name="connsiteX77" fmla="*/ 252023 w 769984"/>
                <a:gd name="connsiteY77" fmla="*/ 116396 h 1283588"/>
                <a:gd name="connsiteX78" fmla="*/ 384897 w 769984"/>
                <a:gd name="connsiteY78" fmla="*/ 28575 h 1283588"/>
                <a:gd name="connsiteX79" fmla="*/ 517771 w 769984"/>
                <a:gd name="connsiteY79" fmla="*/ 116396 h 1283588"/>
                <a:gd name="connsiteX80" fmla="*/ 526153 w 769984"/>
                <a:gd name="connsiteY80" fmla="*/ 168307 h 1283588"/>
                <a:gd name="connsiteX81" fmla="*/ 541774 w 769984"/>
                <a:gd name="connsiteY81" fmla="*/ 241173 h 1283588"/>
                <a:gd name="connsiteX82" fmla="*/ 601686 w 769984"/>
                <a:gd name="connsiteY82" fmla="*/ 305086 h 1283588"/>
                <a:gd name="connsiteX83" fmla="*/ 640739 w 769984"/>
                <a:gd name="connsiteY83" fmla="*/ 339566 h 1283588"/>
                <a:gd name="connsiteX84" fmla="*/ 678553 w 769984"/>
                <a:gd name="connsiteY84" fmla="*/ 462629 h 1283588"/>
                <a:gd name="connsiteX85" fmla="*/ 677124 w 769984"/>
                <a:gd name="connsiteY85" fmla="*/ 495205 h 1283588"/>
                <a:gd name="connsiteX86" fmla="*/ 687506 w 769984"/>
                <a:gd name="connsiteY86" fmla="*/ 600170 h 1283588"/>
                <a:gd name="connsiteX87" fmla="*/ 710271 w 769984"/>
                <a:gd name="connsiteY87" fmla="*/ 640556 h 1283588"/>
                <a:gd name="connsiteX88" fmla="*/ 736084 w 769984"/>
                <a:gd name="connsiteY88" fmla="*/ 691420 h 1283588"/>
                <a:gd name="connsiteX89" fmla="*/ 731607 w 769984"/>
                <a:gd name="connsiteY89" fmla="*/ 786956 h 1283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69984" h="1283588">
                  <a:moveTo>
                    <a:pt x="763611" y="683609"/>
                  </a:moveTo>
                  <a:cubicBezTo>
                    <a:pt x="757324" y="661416"/>
                    <a:pt x="745704" y="643033"/>
                    <a:pt x="734369" y="625221"/>
                  </a:cubicBezTo>
                  <a:cubicBezTo>
                    <a:pt x="726559" y="612934"/>
                    <a:pt x="719224" y="601218"/>
                    <a:pt x="713700" y="588645"/>
                  </a:cubicBezTo>
                  <a:cubicBezTo>
                    <a:pt x="701794" y="561404"/>
                    <a:pt x="703603" y="530066"/>
                    <a:pt x="705604" y="496919"/>
                  </a:cubicBezTo>
                  <a:cubicBezTo>
                    <a:pt x="706271" y="485775"/>
                    <a:pt x="706937" y="474345"/>
                    <a:pt x="707128" y="463010"/>
                  </a:cubicBezTo>
                  <a:cubicBezTo>
                    <a:pt x="707795" y="405479"/>
                    <a:pt x="691888" y="355092"/>
                    <a:pt x="662360" y="320897"/>
                  </a:cubicBezTo>
                  <a:cubicBezTo>
                    <a:pt x="649501" y="306038"/>
                    <a:pt x="634071" y="294037"/>
                    <a:pt x="619212" y="282512"/>
                  </a:cubicBezTo>
                  <a:cubicBezTo>
                    <a:pt x="598162" y="266129"/>
                    <a:pt x="578255" y="250698"/>
                    <a:pt x="567491" y="228695"/>
                  </a:cubicBezTo>
                  <a:cubicBezTo>
                    <a:pt x="558538" y="210312"/>
                    <a:pt x="556633" y="188690"/>
                    <a:pt x="554633" y="165926"/>
                  </a:cubicBezTo>
                  <a:cubicBezTo>
                    <a:pt x="552918" y="146685"/>
                    <a:pt x="551204" y="126778"/>
                    <a:pt x="545012" y="107633"/>
                  </a:cubicBezTo>
                  <a:cubicBezTo>
                    <a:pt x="524057" y="43244"/>
                    <a:pt x="459668" y="0"/>
                    <a:pt x="384897" y="0"/>
                  </a:cubicBezTo>
                  <a:cubicBezTo>
                    <a:pt x="310126" y="0"/>
                    <a:pt x="245737" y="43244"/>
                    <a:pt x="224877" y="107537"/>
                  </a:cubicBezTo>
                  <a:cubicBezTo>
                    <a:pt x="218686" y="126683"/>
                    <a:pt x="216876" y="146590"/>
                    <a:pt x="215257" y="165830"/>
                  </a:cubicBezTo>
                  <a:cubicBezTo>
                    <a:pt x="213256" y="188595"/>
                    <a:pt x="211352" y="210217"/>
                    <a:pt x="202398" y="228600"/>
                  </a:cubicBezTo>
                  <a:cubicBezTo>
                    <a:pt x="191635" y="250698"/>
                    <a:pt x="171728" y="266129"/>
                    <a:pt x="150677" y="282416"/>
                  </a:cubicBezTo>
                  <a:cubicBezTo>
                    <a:pt x="135818" y="293942"/>
                    <a:pt x="120483" y="305848"/>
                    <a:pt x="107529" y="320802"/>
                  </a:cubicBezTo>
                  <a:cubicBezTo>
                    <a:pt x="78001" y="354901"/>
                    <a:pt x="62095" y="405384"/>
                    <a:pt x="62761" y="462915"/>
                  </a:cubicBezTo>
                  <a:cubicBezTo>
                    <a:pt x="62857" y="474250"/>
                    <a:pt x="63619" y="485775"/>
                    <a:pt x="64285" y="496824"/>
                  </a:cubicBezTo>
                  <a:cubicBezTo>
                    <a:pt x="66286" y="530066"/>
                    <a:pt x="68191" y="561404"/>
                    <a:pt x="56189" y="588550"/>
                  </a:cubicBezTo>
                  <a:cubicBezTo>
                    <a:pt x="50665" y="601123"/>
                    <a:pt x="43330" y="612838"/>
                    <a:pt x="35520" y="625126"/>
                  </a:cubicBezTo>
                  <a:cubicBezTo>
                    <a:pt x="24280" y="642938"/>
                    <a:pt x="12565" y="661416"/>
                    <a:pt x="6278" y="683514"/>
                  </a:cubicBezTo>
                  <a:cubicBezTo>
                    <a:pt x="-3533" y="718280"/>
                    <a:pt x="-1818" y="758285"/>
                    <a:pt x="11231" y="796100"/>
                  </a:cubicBezTo>
                  <a:cubicBezTo>
                    <a:pt x="31043" y="853726"/>
                    <a:pt x="79621" y="912400"/>
                    <a:pt x="132103" y="942118"/>
                  </a:cubicBezTo>
                  <a:cubicBezTo>
                    <a:pt x="191635" y="975836"/>
                    <a:pt x="267835" y="974408"/>
                    <a:pt x="341558" y="973074"/>
                  </a:cubicBezTo>
                  <a:cubicBezTo>
                    <a:pt x="351274" y="972884"/>
                    <a:pt x="360989" y="972884"/>
                    <a:pt x="370705" y="972788"/>
                  </a:cubicBezTo>
                  <a:lnTo>
                    <a:pt x="370705" y="1283589"/>
                  </a:lnTo>
                  <a:lnTo>
                    <a:pt x="399280" y="1283589"/>
                  </a:lnTo>
                  <a:lnTo>
                    <a:pt x="399280" y="972788"/>
                  </a:lnTo>
                  <a:cubicBezTo>
                    <a:pt x="408995" y="972788"/>
                    <a:pt x="418615" y="972788"/>
                    <a:pt x="428426" y="973074"/>
                  </a:cubicBezTo>
                  <a:cubicBezTo>
                    <a:pt x="443000" y="973360"/>
                    <a:pt x="457668" y="973646"/>
                    <a:pt x="472241" y="973646"/>
                  </a:cubicBezTo>
                  <a:cubicBezTo>
                    <a:pt x="531582" y="973646"/>
                    <a:pt x="590066" y="969169"/>
                    <a:pt x="637881" y="942118"/>
                  </a:cubicBezTo>
                  <a:cubicBezTo>
                    <a:pt x="690364" y="912400"/>
                    <a:pt x="738941" y="853726"/>
                    <a:pt x="758753" y="796100"/>
                  </a:cubicBezTo>
                  <a:cubicBezTo>
                    <a:pt x="771803" y="758190"/>
                    <a:pt x="773517" y="718185"/>
                    <a:pt x="763706" y="683514"/>
                  </a:cubicBezTo>
                  <a:close/>
                  <a:moveTo>
                    <a:pt x="731607" y="786956"/>
                  </a:moveTo>
                  <a:cubicBezTo>
                    <a:pt x="714176" y="837629"/>
                    <a:pt x="669790" y="891350"/>
                    <a:pt x="623689" y="917448"/>
                  </a:cubicBezTo>
                  <a:cubicBezTo>
                    <a:pt x="570920" y="947357"/>
                    <a:pt x="498721" y="946023"/>
                    <a:pt x="428807" y="944690"/>
                  </a:cubicBezTo>
                  <a:cubicBezTo>
                    <a:pt x="418901" y="944499"/>
                    <a:pt x="408995" y="944404"/>
                    <a:pt x="399184" y="944309"/>
                  </a:cubicBezTo>
                  <a:lnTo>
                    <a:pt x="399184" y="836581"/>
                  </a:lnTo>
                  <a:lnTo>
                    <a:pt x="399184" y="836581"/>
                  </a:lnTo>
                  <a:lnTo>
                    <a:pt x="399184" y="732473"/>
                  </a:lnTo>
                  <a:lnTo>
                    <a:pt x="558824" y="572834"/>
                  </a:lnTo>
                  <a:cubicBezTo>
                    <a:pt x="564443" y="567214"/>
                    <a:pt x="564443" y="558165"/>
                    <a:pt x="558824" y="552641"/>
                  </a:cubicBezTo>
                  <a:cubicBezTo>
                    <a:pt x="553204" y="547116"/>
                    <a:pt x="544155" y="547021"/>
                    <a:pt x="538631" y="552641"/>
                  </a:cubicBezTo>
                  <a:lnTo>
                    <a:pt x="399184" y="692087"/>
                  </a:lnTo>
                  <a:lnTo>
                    <a:pt x="399184" y="588550"/>
                  </a:lnTo>
                  <a:lnTo>
                    <a:pt x="399184" y="588550"/>
                  </a:lnTo>
                  <a:lnTo>
                    <a:pt x="399184" y="432530"/>
                  </a:lnTo>
                  <a:lnTo>
                    <a:pt x="458716" y="372999"/>
                  </a:lnTo>
                  <a:cubicBezTo>
                    <a:pt x="464335" y="367379"/>
                    <a:pt x="464335" y="358331"/>
                    <a:pt x="458716" y="352806"/>
                  </a:cubicBezTo>
                  <a:cubicBezTo>
                    <a:pt x="453096" y="347282"/>
                    <a:pt x="444047" y="347186"/>
                    <a:pt x="438523" y="352806"/>
                  </a:cubicBezTo>
                  <a:lnTo>
                    <a:pt x="399184" y="392144"/>
                  </a:lnTo>
                  <a:lnTo>
                    <a:pt x="399184" y="301466"/>
                  </a:lnTo>
                  <a:cubicBezTo>
                    <a:pt x="399184" y="293561"/>
                    <a:pt x="392803" y="287179"/>
                    <a:pt x="384897" y="287179"/>
                  </a:cubicBezTo>
                  <a:cubicBezTo>
                    <a:pt x="376991" y="287179"/>
                    <a:pt x="370609" y="293561"/>
                    <a:pt x="370609" y="301466"/>
                  </a:cubicBezTo>
                  <a:lnTo>
                    <a:pt x="370609" y="553974"/>
                  </a:lnTo>
                  <a:lnTo>
                    <a:pt x="303744" y="487109"/>
                  </a:lnTo>
                  <a:cubicBezTo>
                    <a:pt x="298124" y="481489"/>
                    <a:pt x="289076" y="481489"/>
                    <a:pt x="283551" y="487109"/>
                  </a:cubicBezTo>
                  <a:cubicBezTo>
                    <a:pt x="278027" y="492728"/>
                    <a:pt x="277931" y="501777"/>
                    <a:pt x="283551" y="507301"/>
                  </a:cubicBezTo>
                  <a:lnTo>
                    <a:pt x="370609" y="594360"/>
                  </a:lnTo>
                  <a:lnTo>
                    <a:pt x="370609" y="802005"/>
                  </a:lnTo>
                  <a:lnTo>
                    <a:pt x="181919" y="613315"/>
                  </a:lnTo>
                  <a:cubicBezTo>
                    <a:pt x="176300" y="607695"/>
                    <a:pt x="167251" y="607695"/>
                    <a:pt x="161726" y="613315"/>
                  </a:cubicBezTo>
                  <a:cubicBezTo>
                    <a:pt x="156202" y="618935"/>
                    <a:pt x="156106" y="627983"/>
                    <a:pt x="161726" y="633508"/>
                  </a:cubicBezTo>
                  <a:lnTo>
                    <a:pt x="370609" y="842391"/>
                  </a:lnTo>
                  <a:lnTo>
                    <a:pt x="370609" y="944309"/>
                  </a:lnTo>
                  <a:cubicBezTo>
                    <a:pt x="360704" y="944404"/>
                    <a:pt x="350893" y="944499"/>
                    <a:pt x="340987" y="944690"/>
                  </a:cubicBezTo>
                  <a:cubicBezTo>
                    <a:pt x="271169" y="945928"/>
                    <a:pt x="198874" y="947261"/>
                    <a:pt x="146105" y="917448"/>
                  </a:cubicBezTo>
                  <a:cubicBezTo>
                    <a:pt x="100004" y="891350"/>
                    <a:pt x="55618" y="837629"/>
                    <a:pt x="38187" y="786956"/>
                  </a:cubicBezTo>
                  <a:cubicBezTo>
                    <a:pt x="27043" y="754571"/>
                    <a:pt x="25423" y="720566"/>
                    <a:pt x="33710" y="691420"/>
                  </a:cubicBezTo>
                  <a:cubicBezTo>
                    <a:pt x="38854" y="673227"/>
                    <a:pt x="48950" y="657320"/>
                    <a:pt x="59523" y="640556"/>
                  </a:cubicBezTo>
                  <a:cubicBezTo>
                    <a:pt x="67524" y="627888"/>
                    <a:pt x="75906" y="614744"/>
                    <a:pt x="82288" y="600170"/>
                  </a:cubicBezTo>
                  <a:cubicBezTo>
                    <a:pt x="96956" y="566642"/>
                    <a:pt x="94765" y="530352"/>
                    <a:pt x="92670" y="495205"/>
                  </a:cubicBezTo>
                  <a:cubicBezTo>
                    <a:pt x="92003" y="484442"/>
                    <a:pt x="91336" y="473297"/>
                    <a:pt x="91241" y="462629"/>
                  </a:cubicBezTo>
                  <a:cubicBezTo>
                    <a:pt x="90670" y="412147"/>
                    <a:pt x="104100" y="368427"/>
                    <a:pt x="129055" y="339566"/>
                  </a:cubicBezTo>
                  <a:cubicBezTo>
                    <a:pt x="140105" y="326803"/>
                    <a:pt x="153725" y="316230"/>
                    <a:pt x="168108" y="305086"/>
                  </a:cubicBezTo>
                  <a:cubicBezTo>
                    <a:pt x="190778" y="287465"/>
                    <a:pt x="214304" y="269272"/>
                    <a:pt x="228020" y="241173"/>
                  </a:cubicBezTo>
                  <a:cubicBezTo>
                    <a:pt x="239355" y="217932"/>
                    <a:pt x="241546" y="192786"/>
                    <a:pt x="243641" y="168307"/>
                  </a:cubicBezTo>
                  <a:cubicBezTo>
                    <a:pt x="245261" y="149828"/>
                    <a:pt x="246784" y="132398"/>
                    <a:pt x="252023" y="116396"/>
                  </a:cubicBezTo>
                  <a:cubicBezTo>
                    <a:pt x="269073" y="63818"/>
                    <a:pt x="322508" y="28575"/>
                    <a:pt x="384897" y="28575"/>
                  </a:cubicBezTo>
                  <a:cubicBezTo>
                    <a:pt x="447286" y="28575"/>
                    <a:pt x="500721" y="63913"/>
                    <a:pt x="517771" y="116396"/>
                  </a:cubicBezTo>
                  <a:cubicBezTo>
                    <a:pt x="523009" y="132398"/>
                    <a:pt x="524534" y="149828"/>
                    <a:pt x="526153" y="168307"/>
                  </a:cubicBezTo>
                  <a:cubicBezTo>
                    <a:pt x="528248" y="192691"/>
                    <a:pt x="530534" y="217932"/>
                    <a:pt x="541774" y="241173"/>
                  </a:cubicBezTo>
                  <a:cubicBezTo>
                    <a:pt x="555490" y="269177"/>
                    <a:pt x="578921" y="287465"/>
                    <a:pt x="601686" y="305086"/>
                  </a:cubicBezTo>
                  <a:cubicBezTo>
                    <a:pt x="616069" y="316230"/>
                    <a:pt x="629690" y="326803"/>
                    <a:pt x="640739" y="339566"/>
                  </a:cubicBezTo>
                  <a:cubicBezTo>
                    <a:pt x="665694" y="368427"/>
                    <a:pt x="679124" y="412147"/>
                    <a:pt x="678553" y="462629"/>
                  </a:cubicBezTo>
                  <a:cubicBezTo>
                    <a:pt x="678458" y="473297"/>
                    <a:pt x="677791" y="484442"/>
                    <a:pt x="677124" y="495205"/>
                  </a:cubicBezTo>
                  <a:cubicBezTo>
                    <a:pt x="675028" y="530352"/>
                    <a:pt x="672838" y="566642"/>
                    <a:pt x="687506" y="600170"/>
                  </a:cubicBezTo>
                  <a:cubicBezTo>
                    <a:pt x="693888" y="614744"/>
                    <a:pt x="702175" y="627888"/>
                    <a:pt x="710271" y="640556"/>
                  </a:cubicBezTo>
                  <a:cubicBezTo>
                    <a:pt x="720939" y="657415"/>
                    <a:pt x="730940" y="673322"/>
                    <a:pt x="736084" y="691420"/>
                  </a:cubicBezTo>
                  <a:cubicBezTo>
                    <a:pt x="744371" y="720566"/>
                    <a:pt x="742751" y="754475"/>
                    <a:pt x="731607" y="78695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37" name="그래픽 30">
              <a:extLst>
                <a:ext uri="{FF2B5EF4-FFF2-40B4-BE49-F238E27FC236}">
                  <a16:creationId xmlns:a16="http://schemas.microsoft.com/office/drawing/2014/main" id="{74C8A250-0E48-D79B-DD85-087E993ED1E5}"/>
                </a:ext>
              </a:extLst>
            </p:cNvPr>
            <p:cNvGrpSpPr/>
            <p:nvPr/>
          </p:nvGrpSpPr>
          <p:grpSpPr>
            <a:xfrm>
              <a:off x="8227028" y="2026042"/>
              <a:ext cx="435102" cy="786574"/>
              <a:chOff x="8227028" y="2026042"/>
              <a:chExt cx="435102" cy="786574"/>
            </a:xfrm>
            <a:solidFill>
              <a:schemeClr val="bg1"/>
            </a:solidFill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3475CA1E-571B-BE08-FDC0-426F62CF1C75}"/>
                  </a:ext>
                </a:extLst>
              </p:cNvPr>
              <p:cNvSpPr/>
              <p:nvPr/>
            </p:nvSpPr>
            <p:spPr>
              <a:xfrm>
                <a:off x="8227028" y="2026042"/>
                <a:ext cx="435102" cy="581691"/>
              </a:xfrm>
              <a:custGeom>
                <a:avLst/>
                <a:gdLst>
                  <a:gd name="connsiteX0" fmla="*/ 217551 w 435102"/>
                  <a:gd name="connsiteY0" fmla="*/ 0 h 581691"/>
                  <a:gd name="connsiteX1" fmla="*/ 0 w 435102"/>
                  <a:gd name="connsiteY1" fmla="*/ 291179 h 581691"/>
                  <a:gd name="connsiteX2" fmla="*/ 203264 w 435102"/>
                  <a:gd name="connsiteY2" fmla="*/ 581692 h 581691"/>
                  <a:gd name="connsiteX3" fmla="*/ 203264 w 435102"/>
                  <a:gd name="connsiteY3" fmla="*/ 292703 h 581691"/>
                  <a:gd name="connsiteX4" fmla="*/ 217551 w 435102"/>
                  <a:gd name="connsiteY4" fmla="*/ 278416 h 581691"/>
                  <a:gd name="connsiteX5" fmla="*/ 231839 w 435102"/>
                  <a:gd name="connsiteY5" fmla="*/ 292703 h 581691"/>
                  <a:gd name="connsiteX6" fmla="*/ 231839 w 435102"/>
                  <a:gd name="connsiteY6" fmla="*/ 581692 h 581691"/>
                  <a:gd name="connsiteX7" fmla="*/ 435102 w 435102"/>
                  <a:gd name="connsiteY7" fmla="*/ 291179 h 581691"/>
                  <a:gd name="connsiteX8" fmla="*/ 217551 w 435102"/>
                  <a:gd name="connsiteY8" fmla="*/ 0 h 581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5102" h="581691">
                    <a:moveTo>
                      <a:pt x="217551" y="0"/>
                    </a:moveTo>
                    <a:cubicBezTo>
                      <a:pt x="97441" y="0"/>
                      <a:pt x="0" y="130397"/>
                      <a:pt x="0" y="291179"/>
                    </a:cubicBezTo>
                    <a:cubicBezTo>
                      <a:pt x="0" y="451961"/>
                      <a:pt x="89726" y="571881"/>
                      <a:pt x="203264" y="581692"/>
                    </a:cubicBezTo>
                    <a:lnTo>
                      <a:pt x="203264" y="292703"/>
                    </a:lnTo>
                    <a:cubicBezTo>
                      <a:pt x="203264" y="284798"/>
                      <a:pt x="209645" y="278416"/>
                      <a:pt x="217551" y="278416"/>
                    </a:cubicBezTo>
                    <a:cubicBezTo>
                      <a:pt x="225457" y="278416"/>
                      <a:pt x="231839" y="284798"/>
                      <a:pt x="231839" y="292703"/>
                    </a:cubicBezTo>
                    <a:lnTo>
                      <a:pt x="231839" y="581692"/>
                    </a:lnTo>
                    <a:cubicBezTo>
                      <a:pt x="345281" y="571786"/>
                      <a:pt x="435102" y="445580"/>
                      <a:pt x="435102" y="291179"/>
                    </a:cubicBezTo>
                    <a:cubicBezTo>
                      <a:pt x="435102" y="136779"/>
                      <a:pt x="337757" y="0"/>
                      <a:pt x="217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9" name="자유형: 도형 38">
                <a:extLst>
                  <a:ext uri="{FF2B5EF4-FFF2-40B4-BE49-F238E27FC236}">
                    <a16:creationId xmlns:a16="http://schemas.microsoft.com/office/drawing/2014/main" id="{3D46E539-354F-F26F-DFA1-EE4A9A22203A}"/>
                  </a:ext>
                </a:extLst>
              </p:cNvPr>
              <p:cNvSpPr/>
              <p:nvPr/>
            </p:nvSpPr>
            <p:spPr>
              <a:xfrm>
                <a:off x="8430291" y="2608496"/>
                <a:ext cx="28575" cy="204120"/>
              </a:xfrm>
              <a:custGeom>
                <a:avLst/>
                <a:gdLst>
                  <a:gd name="connsiteX0" fmla="*/ 0 w 28575"/>
                  <a:gd name="connsiteY0" fmla="*/ 0 h 204120"/>
                  <a:gd name="connsiteX1" fmla="*/ 28575 w 28575"/>
                  <a:gd name="connsiteY1" fmla="*/ 0 h 204120"/>
                  <a:gd name="connsiteX2" fmla="*/ 28575 w 28575"/>
                  <a:gd name="connsiteY2" fmla="*/ 204121 h 204120"/>
                  <a:gd name="connsiteX3" fmla="*/ 0 w 28575"/>
                  <a:gd name="connsiteY3" fmla="*/ 204121 h 20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204120">
                    <a:moveTo>
                      <a:pt x="0" y="0"/>
                    </a:moveTo>
                    <a:lnTo>
                      <a:pt x="28575" y="0"/>
                    </a:lnTo>
                    <a:lnTo>
                      <a:pt x="28575" y="204121"/>
                    </a:lnTo>
                    <a:lnTo>
                      <a:pt x="0" y="204121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34" name="그래픽 32">
            <a:extLst>
              <a:ext uri="{FF2B5EF4-FFF2-40B4-BE49-F238E27FC236}">
                <a16:creationId xmlns:a16="http://schemas.microsoft.com/office/drawing/2014/main" id="{7FB58D05-70B8-ED3F-D589-E55BC26E419A}"/>
              </a:ext>
            </a:extLst>
          </p:cNvPr>
          <p:cNvSpPr/>
          <p:nvPr/>
        </p:nvSpPr>
        <p:spPr>
          <a:xfrm>
            <a:off x="11263836" y="1313929"/>
            <a:ext cx="928164" cy="429625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10" name="그래픽 109">
            <a:extLst>
              <a:ext uri="{FF2B5EF4-FFF2-40B4-BE49-F238E27FC236}">
                <a16:creationId xmlns:a16="http://schemas.microsoft.com/office/drawing/2014/main" id="{334C9C1D-9EA0-3AF4-567E-B719D7F562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648" y="298379"/>
            <a:ext cx="1132385" cy="278794"/>
          </a:xfrm>
          <a:prstGeom prst="rect">
            <a:avLst/>
          </a:prstGeom>
        </p:spPr>
      </p:pic>
      <p:sp>
        <p:nvSpPr>
          <p:cNvPr id="2" name="Google Shape;25;p8">
            <a:extLst>
              <a:ext uri="{FF2B5EF4-FFF2-40B4-BE49-F238E27FC236}">
                <a16:creationId xmlns:a16="http://schemas.microsoft.com/office/drawing/2014/main" id="{7C3BEB68-75D6-D67B-E4F7-135DCE9FF8D0}"/>
              </a:ext>
            </a:extLst>
          </p:cNvPr>
          <p:cNvSpPr/>
          <p:nvPr userDrawn="1"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그림 4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62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및 내용" preserve="1" userDrawn="1">
  <p:cSld name="내지">
    <p:bg>
      <p:bgPr>
        <a:solidFill>
          <a:srgbClr val="8ECCA6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5C7AA9E-E7A6-B4CF-746E-0BE5946C520B}"/>
              </a:ext>
            </a:extLst>
          </p:cNvPr>
          <p:cNvSpPr/>
          <p:nvPr userDrawn="1"/>
        </p:nvSpPr>
        <p:spPr>
          <a:xfrm>
            <a:off x="442764" y="1119742"/>
            <a:ext cx="11490156" cy="5518879"/>
          </a:xfrm>
          <a:prstGeom prst="roundRect">
            <a:avLst>
              <a:gd name="adj" fmla="val 3744"/>
            </a:avLst>
          </a:prstGeom>
          <a:solidFill>
            <a:srgbClr val="63B9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Google Shape;81;p18">
            <a:extLst>
              <a:ext uri="{FF2B5EF4-FFF2-40B4-BE49-F238E27FC236}">
                <a16:creationId xmlns:a16="http://schemas.microsoft.com/office/drawing/2014/main" id="{B662AF3F-B57D-B777-D8BE-52A28D03E5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5881" y="436347"/>
            <a:ext cx="8659644" cy="51195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>
              <a:defRPr sz="3200" b="0" i="0" u="none" strike="noStrike" cap="none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lt1"/>
                </a:solidFill>
                <a:effectLst>
                  <a:outerShdw blurRad="25400" dist="38100" dir="5400000" algn="t" rotWithShape="0">
                    <a:prstClr val="black">
                      <a:alpha val="30000"/>
                    </a:prstClr>
                  </a:outerShdw>
                </a:effectLst>
                <a:latin typeface="삼성긴고딕 Bold" panose="020B0600000101010101" pitchFamily="50" charset="-127"/>
                <a:ea typeface="삼성긴고딕 Bold" panose="020B0600000101010101" pitchFamily="50" charset="-127"/>
                <a:cs typeface="Arial"/>
              </a:defRPr>
            </a:lvl1pPr>
          </a:lstStyle>
          <a:p>
            <a:pPr marR="0"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</a:pPr>
            <a:endParaRPr dirty="0"/>
          </a:p>
        </p:txBody>
      </p:sp>
      <p:sp>
        <p:nvSpPr>
          <p:cNvPr id="13" name="모서리가 둥근 직사각형 4">
            <a:extLst>
              <a:ext uri="{FF2B5EF4-FFF2-40B4-BE49-F238E27FC236}">
                <a16:creationId xmlns:a16="http://schemas.microsoft.com/office/drawing/2014/main" id="{8899DB58-0559-1861-0B08-531F63D2EB0E}"/>
              </a:ext>
            </a:extLst>
          </p:cNvPr>
          <p:cNvSpPr/>
          <p:nvPr userDrawn="1"/>
        </p:nvSpPr>
        <p:spPr>
          <a:xfrm>
            <a:off x="350520" y="1040743"/>
            <a:ext cx="11507004" cy="5518879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4776658-ABF2-F097-D293-AF8D62D845F1}"/>
              </a:ext>
            </a:extLst>
          </p:cNvPr>
          <p:cNvGrpSpPr/>
          <p:nvPr userDrawn="1"/>
        </p:nvGrpSpPr>
        <p:grpSpPr>
          <a:xfrm>
            <a:off x="10882726" y="205740"/>
            <a:ext cx="791497" cy="835003"/>
            <a:chOff x="8883015" y="374724"/>
            <a:chExt cx="2259996" cy="2384223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941D86E9-CD1E-E737-5667-0F12DDB1F522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7A1E490D-9F1F-E7B0-723A-899A2F18B2FE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6" name="그래픽 14">
            <a:extLst>
              <a:ext uri="{FF2B5EF4-FFF2-40B4-BE49-F238E27FC236}">
                <a16:creationId xmlns:a16="http://schemas.microsoft.com/office/drawing/2014/main" id="{93CCA722-3856-6980-1FBF-F6FDEEB3CA46}"/>
              </a:ext>
            </a:extLst>
          </p:cNvPr>
          <p:cNvSpPr/>
          <p:nvPr userDrawn="1"/>
        </p:nvSpPr>
        <p:spPr>
          <a:xfrm>
            <a:off x="10533741" y="536887"/>
            <a:ext cx="296122" cy="511955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0F62DE03-65CF-2711-CF35-ED6F3B32252D}"/>
              </a:ext>
            </a:extLst>
          </p:cNvPr>
          <p:cNvSpPr/>
          <p:nvPr userDrawn="1"/>
        </p:nvSpPr>
        <p:spPr>
          <a:xfrm rot="10800000">
            <a:off x="10066945" y="147573"/>
            <a:ext cx="350050" cy="186372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2" name="그래픽 32">
            <a:extLst>
              <a:ext uri="{FF2B5EF4-FFF2-40B4-BE49-F238E27FC236}">
                <a16:creationId xmlns:a16="http://schemas.microsoft.com/office/drawing/2014/main" id="{498A5632-E15D-1C8B-48CD-5F2D34DAED73}"/>
              </a:ext>
            </a:extLst>
          </p:cNvPr>
          <p:cNvSpPr/>
          <p:nvPr userDrawn="1"/>
        </p:nvSpPr>
        <p:spPr>
          <a:xfrm>
            <a:off x="11779950" y="523182"/>
            <a:ext cx="412050" cy="190728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41" name="그림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03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CD57A-C1A9-4E71-A523-19C543C56F97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AB2C9-66D0-4D32-8E66-D2C09C079A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23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6" r:id="rId3"/>
    <p:sldLayoutId id="2147483721" r:id="rId4"/>
    <p:sldLayoutId id="2147483722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5.png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 txBox="1">
            <a:spLocks/>
          </p:cNvSpPr>
          <p:nvPr/>
        </p:nvSpPr>
        <p:spPr>
          <a:xfrm>
            <a:off x="2170249" y="1436526"/>
            <a:ext cx="7851509" cy="66479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none" lIns="0" tIns="0" rIns="0" bIns="0" rtlCol="0" anchor="t" anchorCtr="0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i="0" u="none" strike="noStrike" cap="none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lt1"/>
                </a:solidFill>
                <a:effectLst>
                  <a:outerShdw blurRad="25400" dist="38100" dir="5400000" algn="t" rotWithShape="0">
                    <a:prstClr val="black">
                      <a:alpha val="30000"/>
                    </a:prstClr>
                  </a:outerShdw>
                </a:effectLst>
                <a:latin typeface="삼성긴고딕 Bold" panose="020B0600000101010101" pitchFamily="50" charset="-127"/>
                <a:ea typeface="삼성긴고딕 Bold" panose="020B0600000101010101" pitchFamily="50" charset="-127"/>
                <a:cs typeface="Arial"/>
              </a:defRPr>
            </a:lvl1pPr>
            <a:lvl2pPr marL="742913" indent="-285737" algn="l" defTabSz="91435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Medium"/>
                <a:ea typeface="삼성긴고딕OTF Medium"/>
              </a:rPr>
              <a:t>오브젝트 풀에 대한 이해와 활용</a:t>
            </a:r>
            <a:endParaRPr lang="en-US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삼성긴고딕OTF Medium"/>
              <a:ea typeface="삼성긴고딕OTF Medium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41407B-1C50-FEE7-4DFE-85C84EC67530}"/>
              </a:ext>
            </a:extLst>
          </p:cNvPr>
          <p:cNvGrpSpPr/>
          <p:nvPr/>
        </p:nvGrpSpPr>
        <p:grpSpPr>
          <a:xfrm>
            <a:off x="5234940" y="2613660"/>
            <a:ext cx="1722120" cy="472440"/>
            <a:chOff x="5234940" y="2720340"/>
            <a:chExt cx="1722120" cy="47244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BE0F75AA-72A8-6FA3-739F-7E21D3432AB9}"/>
                </a:ext>
              </a:extLst>
            </p:cNvPr>
            <p:cNvSpPr/>
            <p:nvPr/>
          </p:nvSpPr>
          <p:spPr>
            <a:xfrm>
              <a:off x="5234940" y="2720340"/>
              <a:ext cx="1722120" cy="4724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텍스트 개체 틀 13"/>
            <p:cNvSpPr txBox="1">
              <a:spLocks/>
            </p:cNvSpPr>
            <p:nvPr/>
          </p:nvSpPr>
          <p:spPr>
            <a:xfrm>
              <a:off x="5474838" y="2794978"/>
              <a:ext cx="1242328" cy="323165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indent="0" defTabSz="914354">
                <a:spcBef>
                  <a:spcPct val="20000"/>
                </a:spcBef>
                <a:buFont typeface="Arial" pitchFamily="34" charset="0"/>
                <a:buNone/>
                <a:defRPr kumimoji="0" sz="6000" b="1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삼성긴고딕OTF Medium"/>
                  <a:ea typeface="삼성긴고딕OTF Medium"/>
                  <a:cs typeface="Arial"/>
                </a:defRPr>
              </a:lvl1pPr>
              <a:lvl2pPr marL="742913" indent="-285737" defTabSz="914354">
                <a:spcBef>
                  <a:spcPct val="20000"/>
                </a:spcBef>
                <a:buFont typeface="Arial" pitchFamily="34" charset="0"/>
                <a:buChar char="–"/>
                <a:defRPr sz="2800"/>
              </a:lvl2pPr>
              <a:lvl3pPr marL="1142942" indent="-228589" defTabSz="914354">
                <a:spcBef>
                  <a:spcPct val="20000"/>
                </a:spcBef>
                <a:buFont typeface="Arial" pitchFamily="34" charset="0"/>
                <a:buChar char="•"/>
                <a:defRPr sz="2400"/>
              </a:lvl3pPr>
              <a:lvl4pPr marL="1600120" indent="-228589" defTabSz="914354">
                <a:spcBef>
                  <a:spcPct val="20000"/>
                </a:spcBef>
                <a:buFont typeface="Arial" pitchFamily="34" charset="0"/>
                <a:buChar char="–"/>
                <a:defRPr sz="2000"/>
              </a:lvl4pPr>
              <a:lvl5pPr marL="2057298" indent="-228589" defTabSz="914354">
                <a:spcBef>
                  <a:spcPct val="20000"/>
                </a:spcBef>
                <a:buFont typeface="Arial" pitchFamily="34" charset="0"/>
                <a:buChar char="»"/>
                <a:defRPr sz="2000"/>
              </a:lvl5pPr>
              <a:lvl6pPr marL="2514474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652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8829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006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altLang="ko-KR" sz="2100" b="0" dirty="0">
                  <a:solidFill>
                    <a:schemeClr val="tx1"/>
                  </a:solidFill>
                  <a:effectLst/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2026.03.11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7222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목적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916649" y="1847713"/>
            <a:ext cx="103906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US" altLang="ko-KR" sz="28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 </a:t>
            </a:r>
            <a:r>
              <a:rPr lang="ko-KR" altLang="en-US" sz="28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오브젝트 풀</a:t>
            </a:r>
            <a:r>
              <a:rPr lang="en-US" altLang="ko-KR" sz="28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(Object</a:t>
            </a:r>
            <a:r>
              <a:rPr lang="ko-KR" altLang="en-US" sz="28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 </a:t>
            </a:r>
            <a:r>
              <a:rPr lang="en-US" altLang="ko-KR" sz="28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Pool)</a:t>
            </a:r>
            <a:r>
              <a:rPr lang="ko-KR" altLang="en-US" sz="28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의 개념과 활용 방법에 대해 알아보자 </a:t>
            </a:r>
            <a:endParaRPr lang="en-US" altLang="ko-KR" sz="2800" dirty="0">
              <a:latin typeface="삼성긴고딕OTF ExtraBold" panose="020B0600000101010101" pitchFamily="34" charset="-127"/>
              <a:ea typeface="삼성긴고딕OTF Extra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404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오브젝트 풀이란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?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삼성긴고딕OTF ExtraBold" panose="020B0600000101010101" pitchFamily="34" charset="-127"/>
              <a:ea typeface="삼성긴고딕OTF ExtraBold" panose="020B0600000101010101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25C9EA7-69DE-4D97-B467-4132E159B127}"/>
              </a:ext>
            </a:extLst>
          </p:cNvPr>
          <p:cNvSpPr/>
          <p:nvPr/>
        </p:nvSpPr>
        <p:spPr>
          <a:xfrm>
            <a:off x="3454833" y="1624389"/>
            <a:ext cx="4702283" cy="999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 </a:t>
            </a:r>
            <a:endParaRPr lang="ko-KR" altLang="en-US" dirty="0">
              <a:solidFill>
                <a:srgbClr val="FF0000"/>
              </a:solidFill>
              <a:highlight>
                <a:srgbClr val="FFFF00"/>
              </a:highlight>
              <a:latin typeface="삼성긴고딕OTF ExtraBold" panose="020B0600000101010101" pitchFamily="34" charset="-127"/>
              <a:ea typeface="삼성긴고딕OTF ExtraBold" panose="020B0600000101010101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7E35B1-E49D-4CFA-A4A6-35AA056B5C2B}"/>
              </a:ext>
            </a:extLst>
          </p:cNvPr>
          <p:cNvSpPr/>
          <p:nvPr/>
        </p:nvSpPr>
        <p:spPr>
          <a:xfrm>
            <a:off x="3668486" y="1817395"/>
            <a:ext cx="719667" cy="685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Class 1</a:t>
            </a:r>
            <a:endParaRPr lang="ko-KR" altLang="en-US" dirty="0">
              <a:solidFill>
                <a:srgbClr val="FF0000"/>
              </a:solidFill>
              <a:latin typeface="삼성긴고딕OTF ExtraBold" panose="020B0600000101010101" pitchFamily="34" charset="-127"/>
              <a:ea typeface="삼성긴고딕OTF ExtraBold" panose="020B0600000101010101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36305A-2DF6-47C7-8A5A-21C5C62770F3}"/>
              </a:ext>
            </a:extLst>
          </p:cNvPr>
          <p:cNvSpPr/>
          <p:nvPr/>
        </p:nvSpPr>
        <p:spPr>
          <a:xfrm>
            <a:off x="4557314" y="1817395"/>
            <a:ext cx="719667" cy="685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Class 2</a:t>
            </a:r>
            <a:endParaRPr lang="ko-KR" altLang="en-US" dirty="0">
              <a:solidFill>
                <a:srgbClr val="FF0000"/>
              </a:solidFill>
              <a:latin typeface="삼성긴고딕OTF ExtraBold" panose="020B0600000101010101" pitchFamily="34" charset="-127"/>
              <a:ea typeface="삼성긴고딕OTF ExtraBold" panose="020B0600000101010101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9C02C2-127A-41B2-A434-37F660228C65}"/>
              </a:ext>
            </a:extLst>
          </p:cNvPr>
          <p:cNvSpPr/>
          <p:nvPr/>
        </p:nvSpPr>
        <p:spPr>
          <a:xfrm>
            <a:off x="5446142" y="1817395"/>
            <a:ext cx="719667" cy="685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Class 3</a:t>
            </a:r>
            <a:endParaRPr lang="ko-KR" altLang="en-US" dirty="0">
              <a:solidFill>
                <a:srgbClr val="FF0000"/>
              </a:solidFill>
              <a:latin typeface="삼성긴고딕OTF ExtraBold" panose="020B0600000101010101" pitchFamily="34" charset="-127"/>
              <a:ea typeface="삼성긴고딕OTF ExtraBold" panose="020B0600000101010101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CB7D94-6589-4321-8B1D-68D18E4D742D}"/>
              </a:ext>
            </a:extLst>
          </p:cNvPr>
          <p:cNvSpPr/>
          <p:nvPr/>
        </p:nvSpPr>
        <p:spPr>
          <a:xfrm>
            <a:off x="7258698" y="1817395"/>
            <a:ext cx="719667" cy="685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Class </a:t>
            </a:r>
          </a:p>
          <a:p>
            <a:pPr algn="ctr"/>
            <a:r>
              <a:rPr lang="en-US" altLang="ko-KR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N</a:t>
            </a:r>
            <a:endParaRPr lang="ko-KR" altLang="en-US" dirty="0">
              <a:solidFill>
                <a:srgbClr val="FF0000"/>
              </a:solidFill>
              <a:latin typeface="삼성긴고딕OTF ExtraBold" panose="020B0600000101010101" pitchFamily="34" charset="-127"/>
              <a:ea typeface="삼성긴고딕OTF ExtraBold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C26E5-3546-471D-83F4-186727E309AB}"/>
              </a:ext>
            </a:extLst>
          </p:cNvPr>
          <p:cNvSpPr txBox="1"/>
          <p:nvPr/>
        </p:nvSpPr>
        <p:spPr>
          <a:xfrm>
            <a:off x="2257835" y="5049362"/>
            <a:ext cx="76763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특정 객체</a:t>
            </a:r>
            <a:r>
              <a:rPr lang="en-US" altLang="ko-KR" sz="24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(Class)</a:t>
            </a:r>
            <a:r>
              <a:rPr lang="ko-KR" altLang="en-US" sz="2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를 프로그램 시작 시 </a:t>
            </a:r>
            <a:r>
              <a:rPr lang="en-US" altLang="ko-KR" sz="24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N</a:t>
            </a:r>
            <a:r>
              <a:rPr lang="ko-KR" altLang="en-US" sz="24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개 미리 생성</a:t>
            </a:r>
            <a:r>
              <a:rPr lang="ko-KR" altLang="en-US" sz="2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하고 </a:t>
            </a:r>
            <a:endParaRPr lang="en-US" altLang="ko-KR" sz="2400" dirty="0">
              <a:latin typeface="삼성긴고딕OTF ExtraBold" panose="020B0600000101010101" pitchFamily="34" charset="-127"/>
              <a:ea typeface="삼성긴고딕OTF ExtraBold" panose="020B0600000101010101" pitchFamily="34" charset="-127"/>
            </a:endParaRPr>
          </a:p>
          <a:p>
            <a:r>
              <a:rPr lang="ko-KR" altLang="en-US" sz="2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필요할 경우에 </a:t>
            </a:r>
            <a:r>
              <a:rPr lang="en-US" altLang="ko-KR" sz="24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Index</a:t>
            </a:r>
            <a:r>
              <a:rPr lang="ko-KR" altLang="en-US" sz="24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로 접근해서 사용 후 돌려주는 방식</a:t>
            </a:r>
            <a:r>
              <a:rPr lang="ko-KR" altLang="en-US" sz="2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의 </a:t>
            </a:r>
            <a:endParaRPr lang="en-US" altLang="ko-KR" sz="2400" dirty="0">
              <a:latin typeface="삼성긴고딕OTF ExtraBold" panose="020B0600000101010101" pitchFamily="34" charset="-127"/>
              <a:ea typeface="삼성긴고딕OTF ExtraBold" panose="020B0600000101010101" pitchFamily="34" charset="-127"/>
            </a:endParaRPr>
          </a:p>
          <a:p>
            <a:r>
              <a:rPr lang="ko-KR" altLang="en-US" sz="2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프로그래밍 기법 </a:t>
            </a:r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60C3921C-AF4D-4C6B-B6A1-C5335ABCD0A7}"/>
              </a:ext>
            </a:extLst>
          </p:cNvPr>
          <p:cNvSpPr/>
          <p:nvPr/>
        </p:nvSpPr>
        <p:spPr>
          <a:xfrm rot="2138847">
            <a:off x="3094906" y="2467517"/>
            <a:ext cx="348984" cy="14662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삼성긴고딕OTF ExtraBold" panose="020B0600000101010101" pitchFamily="34" charset="-127"/>
              <a:ea typeface="삼성긴고딕OTF ExtraBold" panose="020B0600000101010101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AE7756A-5566-4C81-92C3-59FCA7A4DD20}"/>
              </a:ext>
            </a:extLst>
          </p:cNvPr>
          <p:cNvSpPr/>
          <p:nvPr/>
        </p:nvSpPr>
        <p:spPr>
          <a:xfrm>
            <a:off x="1599495" y="3974374"/>
            <a:ext cx="1650564" cy="591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필요 시 객체</a:t>
            </a:r>
            <a:endParaRPr lang="en-US" altLang="ko-KR" sz="1400" dirty="0">
              <a:latin typeface="삼성긴고딕OTF ExtraBold" panose="020B0600000101010101" pitchFamily="34" charset="-127"/>
              <a:ea typeface="삼성긴고딕OTF ExtraBold" panose="020B0600000101010101" pitchFamily="34" charset="-127"/>
            </a:endParaRPr>
          </a:p>
          <a:p>
            <a:pPr algn="ctr"/>
            <a:r>
              <a:rPr lang="ko-KR" altLang="en-US" sz="1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가져온다</a:t>
            </a:r>
            <a:endParaRPr lang="en-US" altLang="ko-KR" sz="1400" dirty="0">
              <a:latin typeface="삼성긴고딕OTF ExtraBold" panose="020B0600000101010101" pitchFamily="34" charset="-127"/>
              <a:ea typeface="삼성긴고딕OTF ExtraBold" panose="020B060000010101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A12588-C470-4069-92A9-C77829093A07}"/>
              </a:ext>
            </a:extLst>
          </p:cNvPr>
          <p:cNvSpPr txBox="1"/>
          <p:nvPr/>
        </p:nvSpPr>
        <p:spPr>
          <a:xfrm>
            <a:off x="1599495" y="3121986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사용 시작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C6822F-8A24-4EAE-ADD9-353DE037E139}"/>
              </a:ext>
            </a:extLst>
          </p:cNvPr>
          <p:cNvSpPr txBox="1"/>
          <p:nvPr/>
        </p:nvSpPr>
        <p:spPr>
          <a:xfrm>
            <a:off x="4851267" y="3066989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사용 완료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9B707E-C78E-48FE-8B6A-00B022B830BE}"/>
              </a:ext>
            </a:extLst>
          </p:cNvPr>
          <p:cNvSpPr/>
          <p:nvPr/>
        </p:nvSpPr>
        <p:spPr>
          <a:xfrm>
            <a:off x="4515245" y="3974374"/>
            <a:ext cx="1650564" cy="591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사용 끝난 후 </a:t>
            </a:r>
            <a:endParaRPr lang="en-US" altLang="ko-KR" sz="1400" dirty="0">
              <a:latin typeface="삼성긴고딕OTF ExtraBold" panose="020B0600000101010101" pitchFamily="34" charset="-127"/>
              <a:ea typeface="삼성긴고딕OTF ExtraBold" panose="020B0600000101010101" pitchFamily="34" charset="-127"/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  <a:highlight>
                  <a:srgbClr val="FFFF00"/>
                </a:highligh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Init </a:t>
            </a:r>
            <a:r>
              <a:rPr lang="ko-KR" altLang="en-US" sz="1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후 돌려준다</a:t>
            </a:r>
            <a:r>
              <a:rPr lang="en-US" altLang="ko-KR" sz="1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.</a:t>
            </a:r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22413817-4732-4554-AC1D-78C3BFCCDEF1}"/>
              </a:ext>
            </a:extLst>
          </p:cNvPr>
          <p:cNvSpPr/>
          <p:nvPr/>
        </p:nvSpPr>
        <p:spPr>
          <a:xfrm rot="9113337">
            <a:off x="4247832" y="2448165"/>
            <a:ext cx="348984" cy="14662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삼성긴고딕OTF ExtraBold" panose="020B0600000101010101" pitchFamily="34" charset="-127"/>
              <a:ea typeface="삼성긴고딕OTF ExtraBold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DFD123-3A37-405B-8210-B8C051CBE1F9}"/>
              </a:ext>
            </a:extLst>
          </p:cNvPr>
          <p:cNvSpPr txBox="1"/>
          <p:nvPr/>
        </p:nvSpPr>
        <p:spPr>
          <a:xfrm>
            <a:off x="6438781" y="2031473"/>
            <a:ext cx="546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</a:rPr>
              <a:t>…..</a:t>
            </a:r>
            <a:endParaRPr lang="ko-KR" altLang="en-US" sz="2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6450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오브젝트 풀을 쓰는 이유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2AFEA8-51FF-460C-9461-0160796625DB}"/>
              </a:ext>
            </a:extLst>
          </p:cNvPr>
          <p:cNvSpPr txBox="1"/>
          <p:nvPr/>
        </p:nvSpPr>
        <p:spPr>
          <a:xfrm>
            <a:off x="1255881" y="2901570"/>
            <a:ext cx="795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1. </a:t>
            </a:r>
            <a:r>
              <a:rPr lang="ko-KR" altLang="en-US" sz="2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가장 큰 장점은 </a:t>
            </a:r>
            <a:r>
              <a:rPr lang="ko-KR" altLang="en-US" sz="24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메모리 할당 </a:t>
            </a:r>
            <a:r>
              <a:rPr lang="en-US" altLang="ko-KR" sz="24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/ </a:t>
            </a:r>
            <a:r>
              <a:rPr lang="ko-KR" altLang="en-US" sz="24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삭제의 오버 헤드</a:t>
            </a:r>
            <a:r>
              <a:rPr lang="ko-KR" altLang="en-US" sz="2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가 필요 없음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3226C5-B81A-40C5-B073-5A6B8B3A573B}"/>
              </a:ext>
            </a:extLst>
          </p:cNvPr>
          <p:cNvSpPr txBox="1"/>
          <p:nvPr/>
        </p:nvSpPr>
        <p:spPr>
          <a:xfrm>
            <a:off x="1255881" y="3769421"/>
            <a:ext cx="795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2. </a:t>
            </a:r>
            <a:r>
              <a:rPr lang="ko-KR" altLang="en-US" sz="2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메모리 상에 존재하므로 </a:t>
            </a:r>
            <a:r>
              <a:rPr lang="ko-KR" altLang="en-US" sz="24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캐시처럼 아주 빠르게 접근 </a:t>
            </a:r>
            <a:r>
              <a:rPr lang="ko-KR" altLang="en-US" sz="2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가능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A7726B-F59A-4D53-964C-68466E62D97A}"/>
              </a:ext>
            </a:extLst>
          </p:cNvPr>
          <p:cNvSpPr txBox="1"/>
          <p:nvPr/>
        </p:nvSpPr>
        <p:spPr>
          <a:xfrm>
            <a:off x="1255881" y="4567992"/>
            <a:ext cx="10603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3. </a:t>
            </a:r>
            <a:r>
              <a:rPr lang="ko-KR" altLang="en-US" sz="24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정해진 용량의 메모리</a:t>
            </a:r>
            <a:r>
              <a:rPr lang="ko-KR" altLang="en-US" sz="2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만 사용하므로 </a:t>
            </a:r>
            <a:r>
              <a:rPr lang="ko-KR" altLang="en-US" sz="2400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예상치 못한 메모리 부족을 막을 수 </a:t>
            </a:r>
            <a:r>
              <a:rPr lang="ko-KR" altLang="en-US" sz="2400" dirty="0"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있음 </a:t>
            </a: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11288FDC-8EF6-4A56-A632-71C0EB5F4324}"/>
              </a:ext>
            </a:extLst>
          </p:cNvPr>
          <p:cNvSpPr txBox="1">
            <a:spLocks/>
          </p:cNvSpPr>
          <p:nvPr/>
        </p:nvSpPr>
        <p:spPr>
          <a:xfrm>
            <a:off x="905565" y="1784375"/>
            <a:ext cx="8659644" cy="51195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u="none" strike="noStrike" kern="1200" cap="none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lt1"/>
                </a:solidFill>
                <a:effectLst>
                  <a:outerShdw blurRad="25400" dist="38100" dir="5400000" algn="t" rotWithShape="0">
                    <a:prstClr val="black">
                      <a:alpha val="30000"/>
                    </a:prstClr>
                  </a:outerShdw>
                </a:effectLst>
                <a:latin typeface="삼성긴고딕 Bold" panose="020B0600000101010101" pitchFamily="50" charset="-127"/>
                <a:ea typeface="삼성긴고딕 Bold" panose="020B0600000101010101" pitchFamily="50" charset="-127"/>
                <a:cs typeface="Arial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오브젝트 풀의 </a:t>
            </a:r>
            <a:r>
              <a:rPr lang="en-US" altLang="ko-K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3</a:t>
            </a:r>
            <a:r>
              <a:rPr lang="ko-KR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가지 장점 </a:t>
            </a:r>
            <a:r>
              <a:rPr lang="en-US" altLang="ko-KR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(#</a:t>
            </a:r>
            <a:r>
              <a:rPr lang="ko-KR" altLang="en-US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커피쿠폰</a:t>
            </a:r>
            <a:r>
              <a:rPr lang="en-US" altLang="ko-KR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)</a:t>
            </a:r>
            <a:endParaRPr lang="ko-KR" altLang="en-US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삼성긴고딕OTF ExtraBold" panose="020B0600000101010101" pitchFamily="34" charset="-127"/>
              <a:ea typeface="삼성긴고딕OTF Extra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900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사피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 내 프로젝트 사용 예시</a:t>
            </a:r>
          </a:p>
        </p:txBody>
      </p:sp>
      <p:pic>
        <p:nvPicPr>
          <p:cNvPr id="7" name="Picture 15">
            <a:hlinkClick r:id="" action="ppaction://media"/>
            <a:extLst>
              <a:ext uri="{FF2B5EF4-FFF2-40B4-BE49-F238E27FC236}">
                <a16:creationId xmlns:a16="http://schemas.microsoft.com/office/drawing/2014/main" id="{304F19F8-8C15-4043-AE7C-3CD59A8AF36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1049693" y="1548881"/>
            <a:ext cx="9754897" cy="3905108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</a:ln>
        </p:spPr>
      </p:pic>
      <p:grpSp>
        <p:nvGrpSpPr>
          <p:cNvPr id="9" name="Group 16">
            <a:extLst>
              <a:ext uri="{FF2B5EF4-FFF2-40B4-BE49-F238E27FC236}">
                <a16:creationId xmlns:a16="http://schemas.microsoft.com/office/drawing/2014/main" id="{9030F4DA-E40D-43ED-90FD-19579E6CDDF3}"/>
              </a:ext>
            </a:extLst>
          </p:cNvPr>
          <p:cNvGrpSpPr/>
          <p:nvPr/>
        </p:nvGrpSpPr>
        <p:grpSpPr>
          <a:xfrm>
            <a:off x="1049693" y="4332554"/>
            <a:ext cx="2638417" cy="1121435"/>
            <a:chOff x="0" y="0"/>
            <a:chExt cx="1042337" cy="443036"/>
          </a:xfrm>
        </p:grpSpPr>
        <p:sp>
          <p:nvSpPr>
            <p:cNvPr id="10" name="Freeform 17">
              <a:extLst>
                <a:ext uri="{FF2B5EF4-FFF2-40B4-BE49-F238E27FC236}">
                  <a16:creationId xmlns:a16="http://schemas.microsoft.com/office/drawing/2014/main" id="{7D05B4C7-3BA9-4448-913A-15BA91150ECF}"/>
                </a:ext>
              </a:extLst>
            </p:cNvPr>
            <p:cNvSpPr/>
            <p:nvPr/>
          </p:nvSpPr>
          <p:spPr>
            <a:xfrm>
              <a:off x="0" y="0"/>
              <a:ext cx="1042337" cy="443036"/>
            </a:xfrm>
            <a:custGeom>
              <a:avLst/>
              <a:gdLst/>
              <a:ahLst/>
              <a:cxnLst/>
              <a:rect l="l" t="t" r="r" b="b"/>
              <a:pathLst>
                <a:path w="1042337" h="443036">
                  <a:moveTo>
                    <a:pt x="0" y="0"/>
                  </a:moveTo>
                  <a:lnTo>
                    <a:pt x="1042337" y="0"/>
                  </a:lnTo>
                  <a:lnTo>
                    <a:pt x="1042337" y="443036"/>
                  </a:lnTo>
                  <a:lnTo>
                    <a:pt x="0" y="4430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61C1F"/>
              </a:solidFill>
              <a:prstDash val="solid"/>
              <a:miter/>
            </a:ln>
          </p:spPr>
        </p:sp>
        <p:sp>
          <p:nvSpPr>
            <p:cNvPr id="11" name="TextBox 18">
              <a:extLst>
                <a:ext uri="{FF2B5EF4-FFF2-40B4-BE49-F238E27FC236}">
                  <a16:creationId xmlns:a16="http://schemas.microsoft.com/office/drawing/2014/main" id="{4FA26283-2C25-4C68-B5F7-6A09BE3AA91B}"/>
                </a:ext>
              </a:extLst>
            </p:cNvPr>
            <p:cNvSpPr txBox="1"/>
            <p:nvPr/>
          </p:nvSpPr>
          <p:spPr>
            <a:xfrm>
              <a:off x="0" y="-47625"/>
              <a:ext cx="1042337" cy="49066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삼성긴고딕OTF ExtraBold" panose="020B0600000101010101" pitchFamily="34" charset="-127"/>
                <a:ea typeface="삼성긴고딕OTF ExtraBold" panose="020B0600000101010101" pitchFamily="34" charset="-127"/>
              </a:endParaRPr>
            </a:p>
          </p:txBody>
        </p:sp>
      </p:grpSp>
      <p:grpSp>
        <p:nvGrpSpPr>
          <p:cNvPr id="15" name="Group 19">
            <a:extLst>
              <a:ext uri="{FF2B5EF4-FFF2-40B4-BE49-F238E27FC236}">
                <a16:creationId xmlns:a16="http://schemas.microsoft.com/office/drawing/2014/main" id="{944247D5-6D10-433C-80BF-0E558611136A}"/>
              </a:ext>
            </a:extLst>
          </p:cNvPr>
          <p:cNvGrpSpPr/>
          <p:nvPr/>
        </p:nvGrpSpPr>
        <p:grpSpPr>
          <a:xfrm>
            <a:off x="7330247" y="3131621"/>
            <a:ext cx="518287" cy="259215"/>
            <a:chOff x="0" y="0"/>
            <a:chExt cx="204755" cy="102406"/>
          </a:xfrm>
        </p:grpSpPr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67FE1F6B-1956-4373-9220-7A85BF6970C4}"/>
                </a:ext>
              </a:extLst>
            </p:cNvPr>
            <p:cNvSpPr/>
            <p:nvPr/>
          </p:nvSpPr>
          <p:spPr>
            <a:xfrm>
              <a:off x="0" y="0"/>
              <a:ext cx="204755" cy="102406"/>
            </a:xfrm>
            <a:custGeom>
              <a:avLst/>
              <a:gdLst/>
              <a:ahLst/>
              <a:cxnLst/>
              <a:rect l="l" t="t" r="r" b="b"/>
              <a:pathLst>
                <a:path w="204755" h="102406">
                  <a:moveTo>
                    <a:pt x="0" y="0"/>
                  </a:moveTo>
                  <a:lnTo>
                    <a:pt x="204755" y="0"/>
                  </a:lnTo>
                  <a:lnTo>
                    <a:pt x="204755" y="102406"/>
                  </a:lnTo>
                  <a:lnTo>
                    <a:pt x="0" y="102406"/>
                  </a:lnTo>
                  <a:close/>
                </a:path>
              </a:pathLst>
            </a:custGeom>
            <a:solidFill>
              <a:srgbClr val="F4FBFB"/>
            </a:solidFill>
          </p:spPr>
        </p:sp>
        <p:sp>
          <p:nvSpPr>
            <p:cNvPr id="17" name="TextBox 21">
              <a:extLst>
                <a:ext uri="{FF2B5EF4-FFF2-40B4-BE49-F238E27FC236}">
                  <a16:creationId xmlns:a16="http://schemas.microsoft.com/office/drawing/2014/main" id="{2250625F-3E7C-48B2-9C8A-7817DA2F8282}"/>
                </a:ext>
              </a:extLst>
            </p:cNvPr>
            <p:cNvSpPr txBox="1"/>
            <p:nvPr/>
          </p:nvSpPr>
          <p:spPr>
            <a:xfrm>
              <a:off x="0" y="-47625"/>
              <a:ext cx="204755" cy="15003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r>
                <a:rPr lang="en-US" sz="1266">
                  <a:solidFill>
                    <a:srgbClr val="E13414"/>
                  </a:solidFill>
                  <a:latin typeface="삼성긴고딕OTF ExtraBold" panose="020B0600000101010101" pitchFamily="34" charset="-127"/>
                  <a:ea typeface="삼성긴고딕OTF ExtraBold" panose="020B0600000101010101" pitchFamily="34" charset="-127"/>
                  <a:cs typeface="TDTD강굴림"/>
                  <a:sym typeface="TDTD강굴림"/>
                </a:rPr>
                <a:t>냥냥</a:t>
              </a:r>
            </a:p>
          </p:txBody>
        </p:sp>
      </p:grpSp>
      <p:sp>
        <p:nvSpPr>
          <p:cNvPr id="19" name="TextBox 23">
            <a:extLst>
              <a:ext uri="{FF2B5EF4-FFF2-40B4-BE49-F238E27FC236}">
                <a16:creationId xmlns:a16="http://schemas.microsoft.com/office/drawing/2014/main" id="{E3B9B1F3-8EE1-4DFD-BCD2-FA7E3F42652A}"/>
              </a:ext>
            </a:extLst>
          </p:cNvPr>
          <p:cNvSpPr txBox="1"/>
          <p:nvPr/>
        </p:nvSpPr>
        <p:spPr>
          <a:xfrm>
            <a:off x="1049693" y="5824728"/>
            <a:ext cx="8766111" cy="458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33"/>
              </a:lnSpc>
              <a:spcBef>
                <a:spcPct val="0"/>
              </a:spcBef>
            </a:pPr>
            <a:r>
              <a:rPr lang="en-US" sz="2666" dirty="0">
                <a:solidFill>
                  <a:srgbClr val="00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💣</a:t>
            </a:r>
            <a:r>
              <a:rPr lang="ko-KR" altLang="en-US" sz="2666" dirty="0">
                <a:solidFill>
                  <a:srgbClr val="00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오브젝트 풀 사용 전 </a:t>
            </a:r>
            <a:r>
              <a:rPr lang="en-US" altLang="ko-KR" sz="2666" dirty="0">
                <a:solidFill>
                  <a:srgbClr val="00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:</a:t>
            </a:r>
            <a:r>
              <a:rPr lang="ko-KR" altLang="en-US" sz="2666" dirty="0">
                <a:solidFill>
                  <a:srgbClr val="00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 객체를 계속 할당 삭제 시 화면</a:t>
            </a:r>
            <a:endParaRPr lang="en-US" sz="2666" dirty="0">
              <a:solidFill>
                <a:srgbClr val="000000"/>
              </a:solidFill>
              <a:latin typeface="삼성긴고딕OTF ExtraBold" panose="020B0600000101010101" pitchFamily="34" charset="-127"/>
              <a:ea typeface="삼성긴고딕OTF ExtraBold" panose="020B0600000101010101" pitchFamily="34" charset="-127"/>
              <a:cs typeface="TDTD강굴림"/>
              <a:sym typeface="TDTD강굴림"/>
            </a:endParaRPr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9B3C1279-B554-4D11-9E65-9250F58DD09C}"/>
              </a:ext>
            </a:extLst>
          </p:cNvPr>
          <p:cNvSpPr/>
          <p:nvPr/>
        </p:nvSpPr>
        <p:spPr>
          <a:xfrm>
            <a:off x="578498" y="886425"/>
            <a:ext cx="1950098" cy="1994017"/>
          </a:xfrm>
          <a:custGeom>
            <a:avLst/>
            <a:gdLst/>
            <a:ahLst/>
            <a:cxnLst/>
            <a:rect l="l" t="t" r="r" b="b"/>
            <a:pathLst>
              <a:path w="9768311" h="9768311">
                <a:moveTo>
                  <a:pt x="0" y="0"/>
                </a:moveTo>
                <a:lnTo>
                  <a:pt x="9768312" y="0"/>
                </a:lnTo>
                <a:lnTo>
                  <a:pt x="9768312" y="9768311"/>
                </a:lnTo>
                <a:lnTo>
                  <a:pt x="0" y="97683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9088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사피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ExtraBold" panose="020B0600000101010101" pitchFamily="34" charset="-127"/>
                <a:ea typeface="삼성긴고딕OTF ExtraBold" panose="020B0600000101010101" pitchFamily="34" charset="-127"/>
              </a:rPr>
              <a:t> 내 프로젝트 사용 예시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1B4BC8CE-BD6D-47E4-B58A-283848D1D920}"/>
              </a:ext>
            </a:extLst>
          </p:cNvPr>
          <p:cNvSpPr txBox="1"/>
          <p:nvPr/>
        </p:nvSpPr>
        <p:spPr>
          <a:xfrm>
            <a:off x="710602" y="5913967"/>
            <a:ext cx="4906428" cy="932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33"/>
              </a:lnSpc>
              <a:spcBef>
                <a:spcPct val="0"/>
              </a:spcBef>
            </a:pPr>
            <a:r>
              <a:rPr lang="en-US" sz="2666" dirty="0">
                <a:solidFill>
                  <a:srgbClr val="00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📌</a:t>
            </a:r>
            <a:r>
              <a:rPr lang="en-US" sz="2666" dirty="0" err="1">
                <a:solidFill>
                  <a:srgbClr val="00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오브젝트</a:t>
            </a:r>
            <a:r>
              <a:rPr lang="en-US" sz="2666" dirty="0">
                <a:solidFill>
                  <a:srgbClr val="00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 풀 </a:t>
            </a:r>
            <a:r>
              <a:rPr lang="en-US" sz="2666" dirty="0" err="1">
                <a:solidFill>
                  <a:srgbClr val="00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적용</a:t>
            </a:r>
            <a:r>
              <a:rPr lang="en-US" sz="2666" dirty="0">
                <a:solidFill>
                  <a:srgbClr val="00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 </a:t>
            </a:r>
            <a:r>
              <a:rPr lang="en-US" altLang="ko-KR" sz="2666" dirty="0">
                <a:solidFill>
                  <a:srgbClr val="7030A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(#</a:t>
            </a:r>
            <a:r>
              <a:rPr lang="ko-KR" altLang="en-US" sz="2666" dirty="0">
                <a:solidFill>
                  <a:srgbClr val="7030A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커피쿠폰</a:t>
            </a:r>
            <a:r>
              <a:rPr lang="en-US" altLang="ko-KR" sz="2666" dirty="0">
                <a:solidFill>
                  <a:srgbClr val="7030A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) </a:t>
            </a:r>
          </a:p>
          <a:p>
            <a:pPr>
              <a:lnSpc>
                <a:spcPts val="3733"/>
              </a:lnSpc>
              <a:spcBef>
                <a:spcPct val="0"/>
              </a:spcBef>
            </a:pPr>
            <a:r>
              <a:rPr lang="ko-KR" altLang="en-US" sz="2666" dirty="0">
                <a:solidFill>
                  <a:srgbClr val="00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 </a:t>
            </a:r>
            <a:endParaRPr lang="en-US" sz="2666" dirty="0">
              <a:solidFill>
                <a:srgbClr val="000000"/>
              </a:solidFill>
              <a:latin typeface="삼성긴고딕OTF ExtraBold" panose="020B0600000101010101" pitchFamily="34" charset="-127"/>
              <a:ea typeface="삼성긴고딕OTF ExtraBold" panose="020B0600000101010101" pitchFamily="34" charset="-127"/>
              <a:cs typeface="TDTD강굴림"/>
              <a:sym typeface="TDTD강굴림"/>
            </a:endParaRPr>
          </a:p>
        </p:txBody>
      </p:sp>
      <p:pic>
        <p:nvPicPr>
          <p:cNvPr id="13" name="Picture 17">
            <a:hlinkClick r:id="" action="ppaction://media"/>
            <a:extLst>
              <a:ext uri="{FF2B5EF4-FFF2-40B4-BE49-F238E27FC236}">
                <a16:creationId xmlns:a16="http://schemas.microsoft.com/office/drawing/2014/main" id="{C7564AAA-44CC-490E-939E-64A5C8C373E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3" r="3"/>
          <a:stretch>
            <a:fillRect/>
          </a:stretch>
        </p:blipFill>
        <p:spPr>
          <a:xfrm>
            <a:off x="685800" y="1441277"/>
            <a:ext cx="10820400" cy="4331970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</a:ln>
        </p:spPr>
      </p:pic>
      <p:grpSp>
        <p:nvGrpSpPr>
          <p:cNvPr id="14" name="Group 18">
            <a:extLst>
              <a:ext uri="{FF2B5EF4-FFF2-40B4-BE49-F238E27FC236}">
                <a16:creationId xmlns:a16="http://schemas.microsoft.com/office/drawing/2014/main" id="{D5C92808-A092-4383-904A-6B5501D6D021}"/>
              </a:ext>
            </a:extLst>
          </p:cNvPr>
          <p:cNvGrpSpPr/>
          <p:nvPr/>
        </p:nvGrpSpPr>
        <p:grpSpPr>
          <a:xfrm>
            <a:off x="876410" y="4773086"/>
            <a:ext cx="2638417" cy="786163"/>
            <a:chOff x="0" y="0"/>
            <a:chExt cx="1042337" cy="310583"/>
          </a:xfrm>
        </p:grpSpPr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9209B98C-3C28-4DEA-9752-3986D3EECA5D}"/>
                </a:ext>
              </a:extLst>
            </p:cNvPr>
            <p:cNvSpPr/>
            <p:nvPr/>
          </p:nvSpPr>
          <p:spPr>
            <a:xfrm>
              <a:off x="0" y="0"/>
              <a:ext cx="1042337" cy="310583"/>
            </a:xfrm>
            <a:custGeom>
              <a:avLst/>
              <a:gdLst/>
              <a:ahLst/>
              <a:cxnLst/>
              <a:rect l="l" t="t" r="r" b="b"/>
              <a:pathLst>
                <a:path w="1042337" h="310583">
                  <a:moveTo>
                    <a:pt x="0" y="0"/>
                  </a:moveTo>
                  <a:lnTo>
                    <a:pt x="1042337" y="0"/>
                  </a:lnTo>
                  <a:lnTo>
                    <a:pt x="1042337" y="310583"/>
                  </a:lnTo>
                  <a:lnTo>
                    <a:pt x="0" y="3105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61C1F"/>
              </a:solidFill>
              <a:prstDash val="solid"/>
              <a:miter/>
            </a:ln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32FF6A94-BC57-4180-BBB1-579F3E1FC92C}"/>
                </a:ext>
              </a:extLst>
            </p:cNvPr>
            <p:cNvSpPr txBox="1"/>
            <p:nvPr/>
          </p:nvSpPr>
          <p:spPr>
            <a:xfrm>
              <a:off x="0" y="-47625"/>
              <a:ext cx="1042337" cy="35820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+mn-ea"/>
              </a:endParaRPr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8EE2332F-C756-473E-8549-FD24C4CDBE92}"/>
              </a:ext>
            </a:extLst>
          </p:cNvPr>
          <p:cNvGrpSpPr/>
          <p:nvPr/>
        </p:nvGrpSpPr>
        <p:grpSpPr>
          <a:xfrm>
            <a:off x="7316155" y="3092007"/>
            <a:ext cx="728175" cy="235272"/>
            <a:chOff x="0" y="0"/>
            <a:chExt cx="287674" cy="92947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DC4DFDC7-B03C-403E-B2E7-4EE108D57D9F}"/>
                </a:ext>
              </a:extLst>
            </p:cNvPr>
            <p:cNvSpPr/>
            <p:nvPr/>
          </p:nvSpPr>
          <p:spPr>
            <a:xfrm>
              <a:off x="0" y="0"/>
              <a:ext cx="287674" cy="92947"/>
            </a:xfrm>
            <a:custGeom>
              <a:avLst/>
              <a:gdLst/>
              <a:ahLst/>
              <a:cxnLst/>
              <a:rect l="l" t="t" r="r" b="b"/>
              <a:pathLst>
                <a:path w="287674" h="92947">
                  <a:moveTo>
                    <a:pt x="0" y="0"/>
                  </a:moveTo>
                  <a:lnTo>
                    <a:pt x="287674" y="0"/>
                  </a:lnTo>
                  <a:lnTo>
                    <a:pt x="287674" y="92947"/>
                  </a:lnTo>
                  <a:lnTo>
                    <a:pt x="0" y="92947"/>
                  </a:lnTo>
                  <a:close/>
                </a:path>
              </a:pathLst>
            </a:custGeom>
            <a:solidFill>
              <a:srgbClr val="FAFCFC"/>
            </a:solidFill>
          </p:spPr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30C3F8A6-B34F-433A-89B8-BB7879A8C862}"/>
                </a:ext>
              </a:extLst>
            </p:cNvPr>
            <p:cNvSpPr txBox="1"/>
            <p:nvPr/>
          </p:nvSpPr>
          <p:spPr>
            <a:xfrm>
              <a:off x="0" y="-38100"/>
              <a:ext cx="287674" cy="13104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</a:pPr>
              <a:r>
                <a:rPr lang="en-US" sz="1133">
                  <a:solidFill>
                    <a:srgbClr val="E13414"/>
                  </a:solidFill>
                  <a:latin typeface="+mn-ea"/>
                  <a:cs typeface="TDTD강굴림"/>
                  <a:sym typeface="TDTD강굴림"/>
                </a:rPr>
                <a:t>냥냥</a:t>
              </a:r>
            </a:p>
          </p:txBody>
        </p:sp>
      </p:grpSp>
      <p:sp>
        <p:nvSpPr>
          <p:cNvPr id="24" name="Freeform 10">
            <a:extLst>
              <a:ext uri="{FF2B5EF4-FFF2-40B4-BE49-F238E27FC236}">
                <a16:creationId xmlns:a16="http://schemas.microsoft.com/office/drawing/2014/main" id="{930A584D-809B-4740-870E-B753C1656B0A}"/>
              </a:ext>
            </a:extLst>
          </p:cNvPr>
          <p:cNvSpPr/>
          <p:nvPr/>
        </p:nvSpPr>
        <p:spPr>
          <a:xfrm>
            <a:off x="429208" y="867764"/>
            <a:ext cx="1950098" cy="1994017"/>
          </a:xfrm>
          <a:custGeom>
            <a:avLst/>
            <a:gdLst/>
            <a:ahLst/>
            <a:cxnLst/>
            <a:rect l="l" t="t" r="r" b="b"/>
            <a:pathLst>
              <a:path w="9768311" h="9768311">
                <a:moveTo>
                  <a:pt x="0" y="0"/>
                </a:moveTo>
                <a:lnTo>
                  <a:pt x="9768312" y="0"/>
                </a:lnTo>
                <a:lnTo>
                  <a:pt x="9768312" y="9768311"/>
                </a:lnTo>
                <a:lnTo>
                  <a:pt x="0" y="97683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B5177499-2AB2-4531-B4BF-B4FA8BCFFDCB}"/>
              </a:ext>
            </a:extLst>
          </p:cNvPr>
          <p:cNvSpPr txBox="1"/>
          <p:nvPr/>
        </p:nvSpPr>
        <p:spPr>
          <a:xfrm>
            <a:off x="5281001" y="5913967"/>
            <a:ext cx="6816092" cy="458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33"/>
              </a:lnSpc>
              <a:spcBef>
                <a:spcPct val="0"/>
              </a:spcBef>
            </a:pPr>
            <a:r>
              <a:rPr lang="en-US" sz="2666" dirty="0">
                <a:solidFill>
                  <a:srgbClr val="00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=&gt;</a:t>
            </a:r>
            <a:r>
              <a:rPr lang="en-US" sz="2666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 </a:t>
            </a:r>
            <a:r>
              <a:rPr lang="ko-KR" altLang="en-US" sz="2666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프레임</a:t>
            </a:r>
            <a:r>
              <a:rPr lang="en-US" altLang="ko-KR" sz="2666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(</a:t>
            </a:r>
            <a:r>
              <a:rPr lang="ko-KR" altLang="en-US" sz="2666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화면 갱신</a:t>
            </a:r>
            <a:r>
              <a:rPr lang="en-US" altLang="ko-KR" sz="2666" dirty="0">
                <a:solidFill>
                  <a:srgbClr val="FF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)</a:t>
            </a:r>
            <a:r>
              <a:rPr lang="ko-KR" altLang="en-US" sz="2666" dirty="0">
                <a:solidFill>
                  <a:srgbClr val="00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이 훨씬 </a:t>
            </a:r>
            <a:r>
              <a:rPr lang="ko-KR" altLang="en-US" sz="2666" dirty="0" err="1">
                <a:solidFill>
                  <a:srgbClr val="00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부드러워짐</a:t>
            </a:r>
            <a:r>
              <a:rPr lang="ko-KR" altLang="en-US" sz="2666" dirty="0">
                <a:solidFill>
                  <a:srgbClr val="000000"/>
                </a:solidFill>
                <a:latin typeface="삼성긴고딕OTF ExtraBold" panose="020B0600000101010101" pitchFamily="34" charset="-127"/>
                <a:ea typeface="삼성긴고딕OTF ExtraBold" panose="020B0600000101010101" pitchFamily="34" charset="-127"/>
                <a:cs typeface="TDTD강굴림"/>
                <a:sym typeface="TDTD강굴림"/>
              </a:rPr>
              <a:t> </a:t>
            </a:r>
            <a:endParaRPr lang="en-US" sz="2666" dirty="0">
              <a:solidFill>
                <a:srgbClr val="000000"/>
              </a:solidFill>
              <a:latin typeface="삼성긴고딕OTF ExtraBold" panose="020B0600000101010101" pitchFamily="34" charset="-127"/>
              <a:ea typeface="삼성긴고딕OTF ExtraBold" panose="020B0600000101010101" pitchFamily="34" charset="-127"/>
              <a:cs typeface="TDTD강굴림"/>
              <a:sym typeface="TDTD강굴림"/>
            </a:endParaRPr>
          </a:p>
        </p:txBody>
      </p:sp>
    </p:spTree>
    <p:extLst>
      <p:ext uri="{BB962C8B-B14F-4D97-AF65-F5344CB8AC3E}">
        <p14:creationId xmlns:p14="http://schemas.microsoft.com/office/powerpoint/2010/main" val="99368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1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25" grpId="0"/>
    </p:bld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165</Words>
  <Application>Microsoft Office PowerPoint</Application>
  <PresentationFormat>와이드스크린</PresentationFormat>
  <Paragraphs>39</Paragraphs>
  <Slides>6</Slides>
  <Notes>5</Notes>
  <HiddenSlides>0</HiddenSlides>
  <MMClips>2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맑은 고딕</vt:lpstr>
      <vt:lpstr>삼성긴고딕 Bold</vt:lpstr>
      <vt:lpstr>삼성긴고딕 Regular</vt:lpstr>
      <vt:lpstr>삼성긴고딕OTF ExtraBold</vt:lpstr>
      <vt:lpstr>삼성긴고딕OTF Medium</vt:lpstr>
      <vt:lpstr>Arial</vt:lpstr>
      <vt:lpstr>Wingdings</vt:lpstr>
      <vt:lpstr>1_Office 테마</vt:lpstr>
      <vt:lpstr>PowerPoint 프레젠테이션</vt:lpstr>
      <vt:lpstr>목적</vt:lpstr>
      <vt:lpstr>오브젝트 풀이란?</vt:lpstr>
      <vt:lpstr>오브젝트 풀을 쓰는 이유</vt:lpstr>
      <vt:lpstr>사피 내 프로젝트 사용 예시</vt:lpstr>
      <vt:lpstr>사피 내 프로젝트 사용 예시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최미정</dc:creator>
  <cp:lastModifiedBy>현석 이</cp:lastModifiedBy>
  <cp:revision>153</cp:revision>
  <dcterms:created xsi:type="dcterms:W3CDTF">2020-12-09T04:38:54Z</dcterms:created>
  <dcterms:modified xsi:type="dcterms:W3CDTF">2026-03-11T00:31:15Z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